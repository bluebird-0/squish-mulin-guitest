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slideMasters/slideMaster3.xml" ContentType="application/vnd.openxmlformats-officedocument.presentationml.slideMaster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embedTrueTypeFonts="1">
  <p:sldMasterIdLst>
    <p:sldMasterId id="2147483957" r:id="rId21"/>
    <p:sldMasterId id="2147483958" r:id="rId23"/>
    <p:sldMasterId id="2147483959" r:id="rId25"/>
  </p:sldMasterIdLst>
  <p:sldIdLst>
    <p:sldId id="256" r:id="rId27"/>
    <p:sldId id="257" r:id="rId28"/>
    <p:sldId id="267" r:id="rId29"/>
    <p:sldId id="281" r:id="rId30"/>
    <p:sldId id="282" r:id="rId31"/>
    <p:sldId id="283" r:id="rId32"/>
    <p:sldId id="284" r:id="rId33"/>
    <p:sldId id="285" r:id="rId34"/>
    <p:sldId id="287" r:id="rId35"/>
    <p:sldId id="291" r:id="rId36"/>
    <p:sldId id="289" r:id="rId37"/>
    <p:sldId id="290" r:id="rId38"/>
    <p:sldId id="288" r:id="rId39"/>
    <p:sldId id="278" r:id="rId40"/>
    <p:sldId id="280" r:id="rId41"/>
    <p:sldId id="277" r:id="rId42"/>
    <p:sldId id="279" r:id="rId4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/>
  <p:embeddedFontLst>
    <p:embeddedFont>
      <p:font typeface="맑은 고딕" panose="020B0503020000020004" pitchFamily="50" charset="-127">
        <p:regular r:id="rId6"/>
        <p:bold r:id="rId5"/>
      </p:font>
    </p:embeddedFont>
    <p:embeddedFont>
      <p:font typeface="페이퍼로지 4 Regular" panose="" pitchFamily="2" charset="-127">
        <p:regular r:id="rId2"/>
      </p:font>
    </p:embeddedFont>
    <p:embeddedFont>
      <p:font typeface="페이퍼로지 5 Medium" panose="" pitchFamily="2" charset="-127">
        <p:regular r:id="rId1"/>
      </p:font>
    </p:embeddedFont>
    <p:embeddedFont>
      <p:font typeface="페이퍼로지 6 SemiBold" panose="" pitchFamily="2" charset="-127">
        <p:bold r:id="rId8"/>
      </p:font>
    </p:embeddedFont>
    <p:embeddedFont>
      <p:font typeface="페이퍼로지 7 Bold" panose="" pitchFamily="2" charset="-127">
        <p:bold r:id="rId7"/>
      </p:font>
    </p:embeddedFont>
    <p:embeddedFont>
      <p:font typeface="페이퍼로지 8 ExtraBold" panose="" pitchFamily="2" charset="-127">
        <p:bold r:id="rId4"/>
      </p:font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  <p:clrMru>
    <a:srgbClr val="111827"/>
    <a:srgbClr val="63FFB1"/>
    <a:srgbClr val="2F3645"/>
    <a:srgbClr val="89909F"/>
    <a:srgbClr val="CDCFD3"/>
    <a:srgbClr val="00B1FF"/>
    <a:srgbClr val="B4B4B4"/>
    <a:srgbClr val="E1E3E7"/>
    <a:srgbClr val="1B2231"/>
    <a:srgbClr val="0093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maximized">
    <p:restoredLeft sz="8536" autoAdjust="0"/>
    <p:restoredTop sz="94660"/>
  </p:normalViewPr>
  <p:slideViewPr>
    <p:cSldViewPr snapToGrid="0" snapToObjects="1">
      <p:cViewPr varScale="1">
        <p:scale>
          <a:sx n="157" d="100"/>
          <a:sy n="157" d="100"/>
        </p:scale>
        <p:origin x="96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font" Target="fonts/font4.fntdata"></Relationship><Relationship Id="rId2" Type="http://schemas.openxmlformats.org/officeDocument/2006/relationships/font" Target="fonts/font3.fntdata"></Relationship><Relationship Id="rId3" Type="http://schemas.openxmlformats.org/officeDocument/2006/relationships/tableStyles" Target="tableStyles.xml"></Relationship><Relationship Id="rId4" Type="http://schemas.openxmlformats.org/officeDocument/2006/relationships/font" Target="fonts/font7.fntdata"></Relationship><Relationship Id="rId5" Type="http://schemas.openxmlformats.org/officeDocument/2006/relationships/font" Target="fonts/font2.fntdata"></Relationship><Relationship Id="rId6" Type="http://schemas.openxmlformats.org/officeDocument/2006/relationships/font" Target="fonts/font1.fntdata"></Relationship><Relationship Id="rId7" Type="http://schemas.openxmlformats.org/officeDocument/2006/relationships/font" Target="fonts/font6.fntdata"></Relationship><Relationship Id="rId8" Type="http://schemas.openxmlformats.org/officeDocument/2006/relationships/font" Target="fonts/font5.fntdata"></Relationship><Relationship Id="rId21" Type="http://schemas.openxmlformats.org/officeDocument/2006/relationships/slideMaster" Target="slideMasters/slideMaster1.xml"></Relationship><Relationship Id="rId22" Type="http://schemas.openxmlformats.org/officeDocument/2006/relationships/theme" Target="theme/theme1.xml"></Relationship><Relationship Id="rId23" Type="http://schemas.openxmlformats.org/officeDocument/2006/relationships/slideMaster" Target="slideMasters/slideMaster2.xml"></Relationship><Relationship Id="rId25" Type="http://schemas.openxmlformats.org/officeDocument/2006/relationships/slideMaster" Target="slideMasters/slideMaster3.xml"></Relationship><Relationship Id="rId27" Type="http://schemas.openxmlformats.org/officeDocument/2006/relationships/slide" Target="slides/slide1.xml"></Relationship><Relationship Id="rId28" Type="http://schemas.openxmlformats.org/officeDocument/2006/relationships/slide" Target="slides/slide2.xml"></Relationship><Relationship Id="rId29" Type="http://schemas.openxmlformats.org/officeDocument/2006/relationships/slide" Target="slides/slide3.xml"></Relationship><Relationship Id="rId30" Type="http://schemas.openxmlformats.org/officeDocument/2006/relationships/slide" Target="slides/slide4.xml"></Relationship><Relationship Id="rId31" Type="http://schemas.openxmlformats.org/officeDocument/2006/relationships/slide" Target="slides/slide5.xml"></Relationship><Relationship Id="rId32" Type="http://schemas.openxmlformats.org/officeDocument/2006/relationships/slide" Target="slides/slide6.xml"></Relationship><Relationship Id="rId33" Type="http://schemas.openxmlformats.org/officeDocument/2006/relationships/slide" Target="slides/slide7.xml"></Relationship><Relationship Id="rId34" Type="http://schemas.openxmlformats.org/officeDocument/2006/relationships/slide" Target="slides/slide8.xml"></Relationship><Relationship Id="rId35" Type="http://schemas.openxmlformats.org/officeDocument/2006/relationships/slide" Target="slides/slide9.xml"></Relationship><Relationship Id="rId36" Type="http://schemas.openxmlformats.org/officeDocument/2006/relationships/slide" Target="slides/slide10.xml"></Relationship><Relationship Id="rId37" Type="http://schemas.openxmlformats.org/officeDocument/2006/relationships/slide" Target="slides/slide11.xml"></Relationship><Relationship Id="rId38" Type="http://schemas.openxmlformats.org/officeDocument/2006/relationships/slide" Target="slides/slide12.xml"></Relationship><Relationship Id="rId39" Type="http://schemas.openxmlformats.org/officeDocument/2006/relationships/slide" Target="slides/slide13.xml"></Relationship><Relationship Id="rId40" Type="http://schemas.openxmlformats.org/officeDocument/2006/relationships/slide" Target="slides/slide14.xml"></Relationship><Relationship Id="rId41" Type="http://schemas.openxmlformats.org/officeDocument/2006/relationships/slide" Target="slides/slide15.xml"></Relationship><Relationship Id="rId42" Type="http://schemas.openxmlformats.org/officeDocument/2006/relationships/slide" Target="slides/slide16.xml"></Relationship><Relationship Id="rId43" Type="http://schemas.openxmlformats.org/officeDocument/2006/relationships/slide" Target="slides/slide17.xml"></Relationship><Relationship Id="rId44" Type="http://schemas.openxmlformats.org/officeDocument/2006/relationships/viewProps" Target="viewProps.xml"></Relationship><Relationship Id="rId45" Type="http://schemas.openxmlformats.org/officeDocument/2006/relationships/presProps" Target="presProps.xml"></Relationship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Relationship Id="rId2" Type="http://schemas.openxmlformats.org/officeDocument/2006/relationships/image" Target="../media/fImage27911912341.png"></Relationship></Relationships>
</file>

<file path=ppt/slideLayouts/_rels/slideLayout6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Relationship Id="rId2" Type="http://schemas.openxmlformats.org/officeDocument/2006/relationships/image" Target="../media/fImage1643921248467.png"></Relationship></Relationships>
</file>

<file path=ppt/slideLayouts/_rels/slideLayout7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Relationship Id="rId2" Type="http://schemas.openxmlformats.org/officeDocument/2006/relationships/image" Target="../media/fImage1495761256334.png"></Relationship></Relationships>
</file>

<file path=ppt/slideLayouts/_rels/slideLayout8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Relationship Id="rId2" Type="http://schemas.openxmlformats.org/officeDocument/2006/relationships/image" Target="../media/fImage1707081266500.png"></Relationship></Relationships>
</file>

<file path=ppt/slideLayouts/_rels/slideLayout9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3.xml"></Relationship><Relationship Id="rId2" Type="http://schemas.openxmlformats.org/officeDocument/2006/relationships/image" Target="../media/fImage27911913641.png"></Relationship></Relationships>
</file>

<file path=ppt/slideLayouts/_rels/slideLayout10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3.xml"></Relationship><Relationship Id="rId2" Type="http://schemas.openxmlformats.org/officeDocument/2006/relationships/image" Target="../media/fImage1643921378467.png"></Relationship></Relationships>
</file>

<file path=ppt/slideLayouts/_rels/slideLayout11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3.xml"></Relationship><Relationship Id="rId2" Type="http://schemas.openxmlformats.org/officeDocument/2006/relationships/image" Target="../media/fImage1495761386334.png"></Relationship></Relationships>
</file>

<file path=ppt/slideLayouts/_rels/slideLayout12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3.xml"></Relationship><Relationship Id="rId2" Type="http://schemas.openxmlformats.org/officeDocument/2006/relationships/image" Target="../media/fImage1707081396500.png"></Relationship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3209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9813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185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6052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bg>
      <p:bgPr>
        <a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bg>
      <p:bgPr>
        <a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bg>
      <p:bgPr>
        <a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내용">
    <p:bg>
      <p:bgPr>
        <a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bg>
      <p:bgPr>
        <a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bg>
      <p:bgPr>
        <a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bg>
      <p:bgPr>
        <a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내용">
    <p:bg>
      <p:bgPr>
        <a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5.xml"></Relationship><Relationship Id="rId2" Type="http://schemas.openxmlformats.org/officeDocument/2006/relationships/slideLayout" Target="../slideLayouts/slideLayout6.xml"></Relationship><Relationship Id="rId3" Type="http://schemas.openxmlformats.org/officeDocument/2006/relationships/slideLayout" Target="../slideLayouts/slideLayout7.xml"></Relationship><Relationship Id="rId4" Type="http://schemas.openxmlformats.org/officeDocument/2006/relationships/slideLayout" Target="../slideLayouts/slideLayout8.xml"></Relationship><Relationship Id="rId5" Type="http://schemas.openxmlformats.org/officeDocument/2006/relationships/theme" Target="../theme/theme2.xml"></Relationship></Relationships>
</file>

<file path=ppt/slideMasters/_rels/slideMaster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9.xml"></Relationship><Relationship Id="rId2" Type="http://schemas.openxmlformats.org/officeDocument/2006/relationships/slideLayout" Target="../slideLayouts/slideLayout10.xml"></Relationship><Relationship Id="rId3" Type="http://schemas.openxmlformats.org/officeDocument/2006/relationships/slideLayout" Target="../slideLayouts/slideLayout11.xml"></Relationship><Relationship Id="rId4" Type="http://schemas.openxmlformats.org/officeDocument/2006/relationships/slideLayout" Target="../slideLayouts/slideLayout12.xml"></Relationship><Relationship Id="rId5" Type="http://schemas.openxmlformats.org/officeDocument/2006/relationships/theme" Target="../theme/theme3.xml"></Relationship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8591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s/_rels/slide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/Relationships>
</file>

<file path=ppt/slides/_rels/slide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/Relationships>
</file>

<file path=ppt/slides/_rels/slide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/Relationships>
</file>

<file path=ppt/slides/_rels/slide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Relationship Id="rId2" Type="http://schemas.openxmlformats.org/officeDocument/2006/relationships/image" Target="../media/fImage1968318741.png"></Relationship><Relationship Id="rId3" Type="http://schemas.openxmlformats.org/officeDocument/2006/relationships/image" Target="../media/fImage88391918467.png"></Relationship><Relationship Id="rId4" Type="http://schemas.openxmlformats.org/officeDocument/2006/relationships/image" Target="../media/fImage97571986334.png"></Relationship><Relationship Id="rId5" Type="http://schemas.openxmlformats.org/officeDocument/2006/relationships/image" Target="../media/fImage87902026500.png"></Relationship></Relationships>
</file>

<file path=ppt/slides/_rels/slide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Relationship Id="rId2" Type="http://schemas.openxmlformats.org/officeDocument/2006/relationships/image" Target="../media/fImage32949026500.png"></Relationship><Relationship Id="rId3" Type="http://schemas.openxmlformats.org/officeDocument/2006/relationships/image" Target="../media/fImage444782419169.png"></Relationship></Relationships>
</file>

<file path=ppt/slides/_rels/slide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Relationship Id="rId2" Type="http://schemas.openxmlformats.org/officeDocument/2006/relationships/image" Target="../media/fImage205572625724.png"></Relationship><Relationship Id="rId3" Type="http://schemas.openxmlformats.org/officeDocument/2006/relationships/image" Target="../media/fImage152202641478.png"></Relationship></Relationships>
</file>

<file path=ppt/slides/_rels/slide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Relationship Id="rId2" Type="http://schemas.openxmlformats.org/officeDocument/2006/relationships/image" Target="../media/fImage132892769358.png"></Relationship></Relationships>
</file>

<file path=ppt/slides/_rels/slide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Relationship Id="rId2" Type="http://schemas.openxmlformats.org/officeDocument/2006/relationships/image" Target="../media/fImage668693016962.png"></Relationship></Relationships>
</file>

<file path=ppt/slides/_rels/slide1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1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/Relationships>
</file>

<file path=ppt/slides/_rels/slide1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/Relationships>
</file>

<file path=ppt/slides/_rels/slide1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14.xml.rels><?xml version="1.0" encoding="UTF-8"?>
<Relationships xmlns="http://schemas.openxmlformats.org/package/2006/relationships"><Relationship Id="rId2" Type="http://schemas.openxmlformats.org/officeDocument/2006/relationships/image" Target="../media/fImage5941789941.png"></Relationship><Relationship Id="rId3" Type="http://schemas.openxmlformats.org/officeDocument/2006/relationships/image" Target="../media/fImage205648968467.png"></Relationship><Relationship Id="rId4" Type="http://schemas.openxmlformats.org/officeDocument/2006/relationships/image" Target="../media/fImage1999089006334.png"></Relationship><Relationship Id="rId5" Type="http://schemas.openxmlformats.org/officeDocument/2006/relationships/image" Target="../media/fImage32949026500.png"></Relationship><Relationship Id="rId6" Type="http://schemas.openxmlformats.org/officeDocument/2006/relationships/image" Target="../media/fImage2231279069169.png"></Relationship><Relationship Id="rId7" Type="http://schemas.openxmlformats.org/officeDocument/2006/relationships/image" Target="../media/fImage57139085724.png"></Relationship><Relationship Id="rId8" Type="http://schemas.openxmlformats.org/officeDocument/2006/relationships/image" Target="../media/fImage63561949169.png"></Relationship><Relationship Id="rId9" Type="http://schemas.openxmlformats.org/officeDocument/2006/relationships/image" Target="../media/fImage27092275724.png"></Relationship><Relationship Id="rId10" Type="http://schemas.openxmlformats.org/officeDocument/2006/relationships/slideLayout" Target="../slideLayouts/slideLayout3.xml"></Relationship></Relationships>
</file>

<file path=ppt/slides/_rels/slide1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1.xml"></Relationship></Relationships>
</file>

<file path=ppt/slides/_rels/slide16.xml.rels><?xml version="1.0" encoding="UTF-8"?>
<Relationships xmlns="http://schemas.openxmlformats.org/package/2006/relationships"><Relationship Id="rId2" Type="http://schemas.openxmlformats.org/officeDocument/2006/relationships/image" Target="../media/fImage805441641478.png"></Relationship><Relationship Id="rId3" Type="http://schemas.openxmlformats.org/officeDocument/2006/relationships/image" Target="../media/fImage805441659358.png"></Relationship><Relationship Id="rId4" Type="http://schemas.openxmlformats.org/officeDocument/2006/relationships/slideLayout" Target="../slideLayouts/slideLayout8.xml"></Relationship></Relationships>
</file>

<file path=ppt/slides/_rels/slide17.xml.rels><?xml version="1.0" encoding="UTF-8"?>
<Relationships xmlns="http://schemas.openxmlformats.org/package/2006/relationships"><Relationship Id="rId2" Type="http://schemas.openxmlformats.org/officeDocument/2006/relationships/image" Target="../media/fImage805441641478.png"></Relationship><Relationship Id="rId3" Type="http://schemas.openxmlformats.org/officeDocument/2006/relationships/image" Target="../media/fImage805441659358.png"></Relationship><Relationship Id="rId4" Type="http://schemas.openxmlformats.org/officeDocument/2006/relationships/slideLayout" Target="../slideLayouts/slideLayout8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D47F41-6755-4162-B837-22CD687FE643}"/>
              </a:ext>
            </a:extLst>
          </p:cNvPr>
          <p:cNvSpPr txBox="1"/>
          <p:nvPr/>
        </p:nvSpPr>
        <p:spPr>
          <a:xfrm>
            <a:off x="5082540" y="182880"/>
            <a:ext cx="2026285" cy="2463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AX the world, </a:t>
            </a:r>
            <a:r>
              <a:rPr lang="en-US" altLang="ko-KR" sz="1000" dirty="0">
                <a:solidFill>
                  <a:srgbClr val="00B1FF"/>
                </a:solidFill>
                <a:latin typeface="페이퍼로지 6 SemiBold" pitchFamily="2" charset="-127"/>
                <a:ea typeface="페이퍼로지 6 SemiBold" pitchFamily="2" charset="-127"/>
              </a:rPr>
              <a:t>ON</a:t>
            </a:r>
            <a:r>
              <a:rPr lang="en-US" altLang="ko-KR" sz="100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 the future</a:t>
            </a:r>
            <a:endParaRPr lang="ko-KR" altLang="en-US" sz="1000" dirty="0">
              <a:solidFill>
                <a:schemeClr val="bg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047977-44A1-4E5B-B5A6-55B3EE7565D3}"/>
              </a:ext>
            </a:extLst>
          </p:cNvPr>
          <p:cNvSpPr txBox="1"/>
          <p:nvPr/>
        </p:nvSpPr>
        <p:spPr>
          <a:xfrm>
            <a:off x="1779905" y="2267585"/>
            <a:ext cx="8631555" cy="861060"/>
          </a:xfrm>
          <a:prstGeom prst="rect">
            <a:avLst/>
          </a:prstGeom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 sz="5000">
                <a:solidFill>
                  <a:schemeClr val="bg1"/>
                </a:solidFill>
                <a:latin typeface="페이퍼로지 7 Bold" charset="0"/>
                <a:ea typeface="페이퍼로지 7 Bold" charset="0"/>
              </a:rPr>
              <a:t>(</a:t>
            </a:r>
            <a:r>
              <a:rPr lang="ko-KR" altLang="en-US" sz="5000">
                <a:solidFill>
                  <a:schemeClr val="bg1"/>
                </a:solidFill>
                <a:latin typeface="페이퍼로지 7 Bold" charset="0"/>
                <a:ea typeface="페이퍼로지 7 Bold" charset="0"/>
              </a:rPr>
              <a:t>주</a:t>
            </a:r>
            <a:r>
              <a:rPr lang="en-US" altLang="ko-KR" sz="5000">
                <a:solidFill>
                  <a:schemeClr val="bg1"/>
                </a:solidFill>
                <a:latin typeface="페이퍼로지 7 Bold" charset="0"/>
                <a:ea typeface="페이퍼로지 7 Bold" charset="0"/>
              </a:rPr>
              <a:t>)</a:t>
            </a:r>
            <a:r>
              <a:rPr lang="ko-KR" altLang="en-US" sz="5000">
                <a:solidFill>
                  <a:schemeClr val="bg1"/>
                </a:solidFill>
                <a:latin typeface="페이퍼로지 7 Bold" charset="0"/>
                <a:ea typeface="페이퍼로지 7 Bold" charset="0"/>
              </a:rPr>
              <a:t>엠엑스</a:t>
            </a:r>
            <a:r>
              <a:rPr lang="ko-KR" altLang="en-US" sz="5000">
                <a:solidFill>
                  <a:srgbClr val="00B1FF"/>
                </a:solidFill>
                <a:latin typeface="페이퍼로지 7 Bold" charset="0"/>
                <a:ea typeface="페이퍼로지 7 Bold" charset="0"/>
              </a:rPr>
              <a:t>온</a:t>
            </a:r>
            <a:r>
              <a:rPr lang="ko-KR" altLang="en-US" sz="5000">
                <a:solidFill>
                  <a:schemeClr val="bg1"/>
                </a:solidFill>
                <a:latin typeface="페이퍼로지 7 Bold" charset="0"/>
                <a:ea typeface="페이퍼로지 7 Bold" charset="0"/>
              </a:rPr>
              <a:t> </a:t>
            </a:r>
            <a:r>
              <a:rPr lang="ko-KR" altLang="en-US" sz="5000">
                <a:solidFill>
                  <a:schemeClr val="bg1"/>
                </a:solidFill>
                <a:latin typeface="페이퍼로지 7 Bold" charset="0"/>
                <a:ea typeface="페이퍼로지 7 Bold" charset="0"/>
              </a:rPr>
              <a:t>S</a:t>
            </a:r>
            <a:r>
              <a:rPr lang="ko-KR" altLang="en-US" sz="5000">
                <a:solidFill>
                  <a:schemeClr val="bg1"/>
                </a:solidFill>
                <a:latin typeface="페이퍼로지 7 Bold" charset="0"/>
                <a:ea typeface="페이퍼로지 7 Bold" charset="0"/>
              </a:rPr>
              <a:t>quish</a:t>
            </a:r>
            <a:r>
              <a:rPr lang="ko-KR" altLang="en-US" sz="5000">
                <a:solidFill>
                  <a:schemeClr val="bg1"/>
                </a:solidFill>
                <a:latin typeface="페이퍼로지 7 Bold" charset="0"/>
                <a:ea typeface="페이퍼로지 7 Bold" charset="0"/>
              </a:rPr>
              <a:t> </a:t>
            </a:r>
            <a:r>
              <a:rPr lang="ko-KR" altLang="en-US" sz="5000">
                <a:solidFill>
                  <a:schemeClr val="bg1"/>
                </a:solidFill>
                <a:latin typeface="페이퍼로지 7 Bold" charset="0"/>
                <a:ea typeface="페이퍼로지 7 Bold" charset="0"/>
              </a:rPr>
              <a:t>GUI Test</a:t>
            </a:r>
            <a:endParaRPr lang="ko-KR" altLang="en-US" sz="5000">
              <a:solidFill>
                <a:schemeClr val="bg1"/>
              </a:solidFill>
              <a:latin typeface="페이퍼로지 4 Regular" charset="0"/>
              <a:ea typeface="페이퍼로지 4 Regular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D437F0-D921-4923-99BB-EC15302A4F57}"/>
              </a:ext>
            </a:extLst>
          </p:cNvPr>
          <p:cNvSpPr txBox="1"/>
          <p:nvPr/>
        </p:nvSpPr>
        <p:spPr>
          <a:xfrm>
            <a:off x="4697730" y="3283585"/>
            <a:ext cx="2796540" cy="399415"/>
          </a:xfrm>
          <a:prstGeom prst="rect">
            <a:avLst/>
          </a:prstGeom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 algn="ctr">
              <a:buFontTx/>
              <a:buNone/>
            </a:pPr>
            <a:r>
              <a:rPr lang="ko-KR" altLang="en-US" sz="2000">
                <a:solidFill>
                  <a:schemeClr val="bg1"/>
                </a:solidFill>
                <a:latin typeface="페이퍼로지 5 Medium" charset="0"/>
                <a:ea typeface="페이퍼로지 5 Medium" charset="0"/>
              </a:rPr>
              <a:t>R</a:t>
            </a:r>
            <a:r>
              <a:rPr lang="ko-KR" altLang="en-US" sz="2000">
                <a:solidFill>
                  <a:schemeClr val="bg1"/>
                </a:solidFill>
                <a:latin typeface="페이퍼로지 5 Medium" charset="0"/>
                <a:ea typeface="페이퍼로지 5 Medium" charset="0"/>
              </a:rPr>
              <a:t>&amp;C 사업본</a:t>
            </a:r>
            <a:r>
              <a:rPr lang="ko-KR" altLang="en-US" sz="2000">
                <a:solidFill>
                  <a:schemeClr val="bg1"/>
                </a:solidFill>
                <a:latin typeface="페이퍼로지 5 Medium" charset="0"/>
                <a:ea typeface="페이퍼로지 5 Medium" charset="0"/>
              </a:rPr>
              <a:t>부</a:t>
            </a:r>
            <a:r>
              <a:rPr lang="ko-KR" altLang="en-US" sz="2000">
                <a:solidFill>
                  <a:schemeClr val="bg1"/>
                </a:solidFill>
                <a:latin typeface="페이퍼로지 5 Medium" charset="0"/>
                <a:ea typeface="페이퍼로지 5 Medium" charset="0"/>
              </a:rPr>
              <a:t>｜</a:t>
            </a:r>
            <a:r>
              <a:rPr lang="ko-KR" altLang="en-US" sz="2000">
                <a:solidFill>
                  <a:schemeClr val="bg1"/>
                </a:solidFill>
                <a:latin typeface="페이퍼로지 5 Medium" charset="0"/>
                <a:ea typeface="페이퍼로지 5 Medium" charset="0"/>
              </a:rPr>
              <a:t>M</a:t>
            </a:r>
            <a:r>
              <a:rPr lang="ko-KR" altLang="en-US" sz="2000">
                <a:solidFill>
                  <a:schemeClr val="bg1"/>
                </a:solidFill>
                <a:latin typeface="페이퍼로지 5 Medium" charset="0"/>
                <a:ea typeface="페이퍼로지 5 Medium" charset="0"/>
              </a:rPr>
              <a:t>uLiN</a:t>
            </a:r>
            <a:endParaRPr lang="ko-KR" altLang="en-US" sz="2000">
              <a:solidFill>
                <a:schemeClr val="bg1"/>
              </a:solidFill>
              <a:latin typeface="페이퍼로지 5 Medium" charset="0"/>
              <a:ea typeface="페이퍼로지 5 Medium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89130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>
            <a:extLst>
              <a:ext uri="{FF2B5EF4-FFF2-40B4-BE49-F238E27FC236}">
                <a16:creationId xmlns:a16="http://schemas.microsoft.com/office/drawing/2014/main" id="{E2E53768-33B5-4AA7-87CA-593FC92B908B}"/>
              </a:ext>
            </a:extLst>
          </p:cNvPr>
          <p:cNvGrpSpPr/>
          <p:nvPr/>
        </p:nvGrpSpPr>
        <p:grpSpPr>
          <a:xfrm>
            <a:off x="1692910" y="2145030"/>
            <a:ext cx="1917700" cy="2327275"/>
            <a:chOff x="1692910" y="2145030"/>
            <a:chExt cx="1917700" cy="2327275"/>
          </a:xfrm>
        </p:grpSpPr>
        <p:sp>
          <p:nvSpPr>
            <p:cNvPr id="10" name="TextBox 9"/>
            <p:cNvSpPr txBox="1">
              <a:spLocks/>
            </p:cNvSpPr>
            <p:nvPr/>
          </p:nvSpPr>
          <p:spPr>
            <a:xfrm rot="0">
              <a:off x="1693545" y="2145030"/>
              <a:ext cx="916940" cy="400685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2000">
                  <a:solidFill>
                    <a:schemeClr val="bg1"/>
                  </a:solidFill>
                  <a:latin typeface="페이퍼로지 7 Bold" charset="0"/>
                  <a:ea typeface="페이퍼로지 7 Bold" charset="0"/>
                </a:rPr>
                <a:t>Contents</a:t>
              </a:r>
              <a:endParaRPr lang="ko-KR" altLang="en-US" sz="2000">
                <a:solidFill>
                  <a:schemeClr val="bg1"/>
                </a:solidFill>
                <a:latin typeface="페이퍼로지 7 Bold" charset="0"/>
                <a:ea typeface="페이퍼로지 7 Bold" charset="0"/>
              </a:endParaRPr>
            </a:p>
          </p:txBody>
        </p:sp>
        <p:sp>
          <p:nvSpPr>
            <p:cNvPr id="11" name="TextBox 10"/>
            <p:cNvSpPr txBox="1">
              <a:spLocks/>
            </p:cNvSpPr>
            <p:nvPr/>
          </p:nvSpPr>
          <p:spPr>
            <a:xfrm rot="0">
              <a:off x="1692910" y="2675255"/>
              <a:ext cx="323850" cy="371475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>
                  <a:solidFill>
                    <a:srgbClr val="00B1FF"/>
                  </a:solidFill>
                  <a:latin typeface="페이퍼로지 7 Bold" charset="0"/>
                  <a:ea typeface="페이퍼로지 7 Bold" charset="0"/>
                </a:rPr>
                <a:t>01</a:t>
              </a:r>
              <a:endParaRPr lang="ko-KR" altLang="en-US">
                <a:solidFill>
                  <a:srgbClr val="00B1FF"/>
                </a:solidFill>
                <a:latin typeface="페이퍼로지 7 Bold" charset="0"/>
                <a:ea typeface="페이퍼로지 7 Bold" charset="0"/>
              </a:endParaRPr>
            </a:p>
          </p:txBody>
        </p:sp>
        <p:sp>
          <p:nvSpPr>
            <p:cNvPr id="12" name="TextBox 11"/>
            <p:cNvSpPr txBox="1">
              <a:spLocks/>
            </p:cNvSpPr>
            <p:nvPr/>
          </p:nvSpPr>
          <p:spPr>
            <a:xfrm rot="0">
              <a:off x="1732915" y="3273425"/>
              <a:ext cx="1692910" cy="1199515"/>
            </a:xfrm>
            <a:prstGeom prst="rect"/>
            <a:noFill/>
          </p:spPr>
          <p:txBody>
            <a:bodyPr wrap="square" lIns="91440" tIns="45720" rIns="91440" bIns="45720" numCol="1" vert="horz" anchor="t">
              <a:spAutoFit/>
            </a:bodyPr>
            <a:lstStyle/>
            <a:p>
              <a:pPr marL="0" indent="0">
                <a:lnSpc>
                  <a:spcPct val="150000"/>
                </a:lnSpc>
                <a:buFontTx/>
                <a:buNone/>
              </a:pPr>
              <a:r>
                <a:rPr lang="ko-KR" altLang="en-US" sz="1200">
                  <a:solidFill>
                    <a:schemeClr val="bg1"/>
                  </a:solidFill>
                  <a:latin typeface="페이퍼로지 6 SemiBold" charset="0"/>
                  <a:ea typeface="페이퍼로지 6 SemiBold" charset="0"/>
                </a:rPr>
                <a:t>Squish란?</a:t>
              </a:r>
              <a:endParaRPr lang="ko-KR" altLang="en-US" sz="1200">
                <a:solidFill>
                  <a:schemeClr val="bg1"/>
                </a:solidFill>
                <a:latin typeface="페이퍼로지 6 SemiBold" charset="0"/>
                <a:ea typeface="페이퍼로지 6 SemiBold" charset="0"/>
              </a:endParaRPr>
            </a:p>
            <a:p>
              <a:pPr marL="0" indent="0">
                <a:lnSpc>
                  <a:spcPct val="150000"/>
                </a:lnSpc>
                <a:buFontTx/>
                <a:buNone/>
              </a:pPr>
              <a:r>
                <a:rPr lang="ko-KR" altLang="en-US" sz="1200">
                  <a:solidFill>
                    <a:schemeClr val="bg1"/>
                  </a:solidFill>
                  <a:latin typeface="페이퍼로지 6 SemiBold" charset="0"/>
                  <a:ea typeface="페이퍼로지 6 SemiBold" charset="0"/>
                </a:rPr>
                <a:t>Squish</a:t>
              </a:r>
              <a:r>
                <a:rPr lang="ko-KR" altLang="en-US" sz="1200">
                  <a:solidFill>
                    <a:schemeClr val="bg1"/>
                  </a:solidFill>
                  <a:latin typeface="페이퍼로지 6 SemiBold" charset="0"/>
                  <a:ea typeface="페이퍼로지 6 SemiBold" charset="0"/>
                </a:rPr>
                <a:t> </a:t>
              </a:r>
              <a:r>
                <a:rPr lang="ko-KR" altLang="en-US" sz="1200">
                  <a:solidFill>
                    <a:schemeClr val="bg1"/>
                  </a:solidFill>
                  <a:latin typeface="페이퍼로지 6 SemiBold" charset="0"/>
                  <a:ea typeface="페이퍼로지 6 SemiBold" charset="0"/>
                </a:rPr>
                <a:t>용</a:t>
              </a:r>
              <a:r>
                <a:rPr lang="ko-KR" altLang="en-US" sz="1200">
                  <a:solidFill>
                    <a:schemeClr val="bg1"/>
                  </a:solidFill>
                  <a:latin typeface="페이퍼로지 6 SemiBold" charset="0"/>
                  <a:ea typeface="페이퍼로지 6 SemiBold" charset="0"/>
                </a:rPr>
                <a:t>어 </a:t>
              </a:r>
              <a:r>
                <a:rPr lang="ko-KR" altLang="en-US" sz="1200">
                  <a:solidFill>
                    <a:schemeClr val="bg1"/>
                  </a:solidFill>
                  <a:latin typeface="페이퍼로지 6 SemiBold" charset="0"/>
                  <a:ea typeface="페이퍼로지 6 SemiBold" charset="0"/>
                </a:rPr>
                <a:t>정</a:t>
              </a:r>
              <a:r>
                <a:rPr lang="ko-KR" altLang="en-US" sz="1200">
                  <a:solidFill>
                    <a:schemeClr val="bg1"/>
                  </a:solidFill>
                  <a:latin typeface="페이퍼로지 6 SemiBold" charset="0"/>
                  <a:ea typeface="페이퍼로지 6 SemiBold" charset="0"/>
                </a:rPr>
                <a:t>의</a:t>
              </a:r>
              <a:endParaRPr lang="ko-KR" altLang="en-US" sz="1200">
                <a:solidFill>
                  <a:schemeClr val="bg1"/>
                </a:solidFill>
                <a:latin typeface="페이퍼로지 6 SemiBold" charset="0"/>
                <a:ea typeface="페이퍼로지 6 SemiBold" charset="0"/>
              </a:endParaRPr>
            </a:p>
            <a:p>
              <a:pPr marL="0" indent="0">
                <a:lnSpc>
                  <a:spcPct val="150000"/>
                </a:lnSpc>
                <a:buFontTx/>
                <a:buNone/>
              </a:pPr>
              <a:r>
                <a:rPr lang="ko-KR" altLang="en-US" sz="1200">
                  <a:solidFill>
                    <a:schemeClr val="bg1"/>
                  </a:solidFill>
                  <a:latin typeface="페이퍼로지 6 SemiBold" charset="0"/>
                  <a:ea typeface="페이퍼로지 6 SemiBold" charset="0"/>
                </a:rPr>
                <a:t>Squish </a:t>
              </a:r>
              <a:r>
                <a:rPr lang="ko-KR" altLang="en-US" sz="1200">
                  <a:solidFill>
                    <a:schemeClr val="bg1"/>
                  </a:solidFill>
                  <a:latin typeface="페이퍼로지 6 SemiBold" charset="0"/>
                  <a:ea typeface="페이퍼로지 6 SemiBold" charset="0"/>
                </a:rPr>
                <a:t>구성요소</a:t>
              </a:r>
              <a:endParaRPr lang="ko-KR" altLang="en-US" sz="1200">
                <a:solidFill>
                  <a:schemeClr val="bg1"/>
                </a:solidFill>
                <a:latin typeface="페이퍼로지 6 SemiBold" charset="0"/>
                <a:ea typeface="페이퍼로지 6 SemiBold" charset="0"/>
              </a:endParaRPr>
            </a:p>
            <a:p>
              <a:pPr marL="0" indent="0">
                <a:lnSpc>
                  <a:spcPct val="150000"/>
                </a:lnSpc>
                <a:buFontTx/>
                <a:buNone/>
              </a:pPr>
              <a:r>
                <a:rPr lang="ko-KR" altLang="en-US" sz="1200">
                  <a:solidFill>
                    <a:schemeClr val="bg1"/>
                  </a:solidFill>
                  <a:latin typeface="페이퍼로지 6 SemiBold" charset="0"/>
                  <a:ea typeface="페이퍼로지 6 SemiBold" charset="0"/>
                </a:rPr>
                <a:t>Squish 설치 </a:t>
              </a:r>
              <a:r>
                <a:rPr lang="ko-KR" altLang="en-US" sz="1200">
                  <a:solidFill>
                    <a:schemeClr val="bg1"/>
                  </a:solidFill>
                  <a:latin typeface="페이퍼로지 6 SemiBold" charset="0"/>
                  <a:ea typeface="페이퍼로지 6 SemiBold" charset="0"/>
                </a:rPr>
                <a:t>방법</a:t>
              </a:r>
              <a:endParaRPr lang="ko-KR" altLang="en-US" sz="1200">
                <a:solidFill>
                  <a:schemeClr val="bg1"/>
                </a:solidFill>
                <a:latin typeface="페이퍼로지 6 SemiBold" charset="0"/>
                <a:ea typeface="페이퍼로지 6 SemiBold" charset="0"/>
              </a:endParaRPr>
            </a:p>
          </p:txBody>
        </p:sp>
        <p:cxnSp>
          <p:nvCxnSpPr>
            <p:cNvPr id="14" name="직선 연결선 13"/>
            <p:cNvCxnSpPr/>
            <p:nvPr/>
          </p:nvCxnSpPr>
          <p:spPr>
            <a:xfrm rot="0">
              <a:off x="1732915" y="3175000"/>
              <a:ext cx="1878330" cy="1905"/>
            </a:xfrm>
            <a:prstGeom prst="line"/>
            <a:ln w="12700" cap="flat" cmpd="sng">
              <a:solidFill>
                <a:srgbClr val="2F3645">
                  <a:alpha val="10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4DDD1FA4-88FC-4060-B703-9EF3C4D87B34}"/>
              </a:ext>
            </a:extLst>
          </p:cNvPr>
          <p:cNvGrpSpPr/>
          <p:nvPr/>
        </p:nvGrpSpPr>
        <p:grpSpPr>
          <a:xfrm>
            <a:off x="3820160" y="2675255"/>
            <a:ext cx="1862455" cy="1243330"/>
            <a:chOff x="3820160" y="2675255"/>
            <a:chExt cx="1862455" cy="1243330"/>
          </a:xfrm>
        </p:grpSpPr>
        <p:sp>
          <p:nvSpPr>
            <p:cNvPr id="16" name="TextBox 15"/>
            <p:cNvSpPr txBox="1">
              <a:spLocks/>
            </p:cNvSpPr>
            <p:nvPr/>
          </p:nvSpPr>
          <p:spPr>
            <a:xfrm rot="0">
              <a:off x="3881120" y="3273425"/>
              <a:ext cx="1047115" cy="645795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lnSpc>
                  <a:spcPct val="150000"/>
                </a:lnSpc>
                <a:buFontTx/>
                <a:buNone/>
              </a:pPr>
              <a:r>
                <a:rPr lang="ko-KR" altLang="en-US" sz="1200">
                  <a:solidFill>
                    <a:schemeClr val="bg1"/>
                  </a:solidFill>
                  <a:latin typeface="페이퍼로지 6 SemiBold" charset="0"/>
                  <a:ea typeface="페이퍼로지 6 SemiBold" charset="0"/>
                </a:rPr>
                <a:t>R</a:t>
              </a:r>
              <a:r>
                <a:rPr lang="ko-KR" altLang="en-US" sz="1200">
                  <a:solidFill>
                    <a:schemeClr val="bg1"/>
                  </a:solidFill>
                  <a:latin typeface="페이퍼로지 6 SemiBold" charset="0"/>
                  <a:ea typeface="페이퍼로지 6 SemiBold" charset="0"/>
                </a:rPr>
                <a:t>ecord</a:t>
              </a:r>
              <a:r>
                <a:rPr lang="ko-KR" altLang="en-US" sz="1200">
                  <a:solidFill>
                    <a:schemeClr val="bg1"/>
                  </a:solidFill>
                  <a:latin typeface="페이퍼로지 6 SemiBold" charset="0"/>
                  <a:ea typeface="페이퍼로지 6 SemiBold" charset="0"/>
                </a:rPr>
                <a:t> </a:t>
              </a:r>
              <a:r>
                <a:rPr lang="ko-KR" altLang="en-US" sz="1200">
                  <a:solidFill>
                    <a:schemeClr val="bg1"/>
                  </a:solidFill>
                  <a:latin typeface="페이퍼로지 6 SemiBold" charset="0"/>
                  <a:ea typeface="페이퍼로지 6 SemiBold" charset="0"/>
                </a:rPr>
                <a:t>기</a:t>
              </a:r>
              <a:r>
                <a:rPr lang="ko-KR" altLang="en-US" sz="1200">
                  <a:solidFill>
                    <a:schemeClr val="bg1"/>
                  </a:solidFill>
                  <a:latin typeface="페이퍼로지 6 SemiBold" charset="0"/>
                  <a:ea typeface="페이퍼로지 6 SemiBold" charset="0"/>
                </a:rPr>
                <a:t>능</a:t>
              </a:r>
              <a:endParaRPr lang="ko-KR" altLang="en-US" sz="1200">
                <a:solidFill>
                  <a:schemeClr val="bg1"/>
                </a:solidFill>
                <a:latin typeface="페이퍼로지 6 SemiBold" charset="0"/>
                <a:ea typeface="페이퍼로지 6 SemiBold" charset="0"/>
              </a:endParaRPr>
            </a:p>
            <a:p>
              <a:pPr marL="0" indent="0">
                <a:lnSpc>
                  <a:spcPct val="150000"/>
                </a:lnSpc>
                <a:buFontTx/>
                <a:buNone/>
              </a:pPr>
              <a:r>
                <a:rPr lang="ko-KR" altLang="en-US" sz="1200">
                  <a:solidFill>
                    <a:schemeClr val="bg1"/>
                  </a:solidFill>
                  <a:latin typeface="페이퍼로지 6 SemiBold" charset="0"/>
                  <a:ea typeface="페이퍼로지 6 SemiBold" charset="0"/>
                </a:rPr>
                <a:t>P</a:t>
              </a:r>
              <a:r>
                <a:rPr lang="ko-KR" altLang="en-US" sz="1200">
                  <a:solidFill>
                    <a:schemeClr val="bg1"/>
                  </a:solidFill>
                  <a:latin typeface="페이퍼로지 6 SemiBold" charset="0"/>
                  <a:ea typeface="페이퍼로지 6 SemiBold" charset="0"/>
                </a:rPr>
                <a:t>ick</a:t>
              </a:r>
              <a:r>
                <a:rPr lang="ko-KR" altLang="en-US" sz="1200">
                  <a:solidFill>
                    <a:schemeClr val="bg1"/>
                  </a:solidFill>
                  <a:latin typeface="페이퍼로지 6 SemiBold" charset="0"/>
                  <a:ea typeface="페이퍼로지 6 SemiBold" charset="0"/>
                </a:rPr>
                <a:t> 기능</a:t>
              </a:r>
              <a:endParaRPr lang="ko-KR" altLang="en-US" sz="1200">
                <a:solidFill>
                  <a:schemeClr val="bg1"/>
                </a:solidFill>
                <a:latin typeface="페이퍼로지 6 SemiBold" charset="0"/>
                <a:ea typeface="페이퍼로지 6 SemiBold" charset="0"/>
              </a:endParaRPr>
            </a:p>
          </p:txBody>
        </p:sp>
        <p:cxnSp>
          <p:nvCxnSpPr>
            <p:cNvPr id="19" name="직선 연결선 18"/>
            <p:cNvCxnSpPr/>
            <p:nvPr/>
          </p:nvCxnSpPr>
          <p:spPr>
            <a:xfrm rot="0">
              <a:off x="3881120" y="3175000"/>
              <a:ext cx="1802130" cy="1905"/>
            </a:xfrm>
            <a:prstGeom prst="line"/>
            <a:ln w="12700" cap="flat" cmpd="sng">
              <a:solidFill>
                <a:srgbClr val="2F3645">
                  <a:alpha val="10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>
              <a:spLocks/>
            </p:cNvSpPr>
            <p:nvPr/>
          </p:nvSpPr>
          <p:spPr>
            <a:xfrm rot="0">
              <a:off x="3820160" y="2675255"/>
              <a:ext cx="494030" cy="371475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>
                  <a:solidFill>
                    <a:srgbClr val="00B1FF"/>
                  </a:solidFill>
                  <a:latin typeface="페이퍼로지 7 Bold" charset="0"/>
                  <a:ea typeface="페이퍼로지 7 Bold" charset="0"/>
                </a:rPr>
                <a:t>02</a:t>
              </a:r>
              <a:endParaRPr lang="ko-KR" altLang="en-US">
                <a:solidFill>
                  <a:srgbClr val="00B1FF"/>
                </a:solidFill>
                <a:latin typeface="페이퍼로지 7 Bold" charset="0"/>
                <a:ea typeface="페이퍼로지 7 Bold" charset="0"/>
              </a:endParaRP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5EDB1638-42B8-4396-907B-77771F75DB23}"/>
              </a:ext>
            </a:extLst>
          </p:cNvPr>
          <p:cNvGrpSpPr/>
          <p:nvPr/>
        </p:nvGrpSpPr>
        <p:grpSpPr>
          <a:xfrm>
            <a:off x="6373495" y="2675255"/>
            <a:ext cx="1862455" cy="1520190"/>
            <a:chOff x="6373495" y="2675255"/>
            <a:chExt cx="1862455" cy="1520190"/>
          </a:xfrm>
        </p:grpSpPr>
        <p:sp>
          <p:nvSpPr>
            <p:cNvPr id="17" name="TextBox 16"/>
            <p:cNvSpPr txBox="1">
              <a:spLocks/>
            </p:cNvSpPr>
            <p:nvPr/>
          </p:nvSpPr>
          <p:spPr>
            <a:xfrm rot="0">
              <a:off x="6434455" y="3273425"/>
              <a:ext cx="1699260" cy="922655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lnSpc>
                  <a:spcPct val="150000"/>
                </a:lnSpc>
                <a:buFontTx/>
                <a:buNone/>
              </a:pPr>
              <a:r>
                <a:rPr lang="ko-KR" altLang="en-US" sz="1200">
                  <a:solidFill>
                    <a:schemeClr val="bg1"/>
                  </a:solidFill>
                  <a:latin typeface="페이퍼로지 6 SemiBold" charset="0"/>
                  <a:ea typeface="페이퍼로지 6 SemiBold" charset="0"/>
                </a:rPr>
                <a:t>M</a:t>
              </a:r>
              <a:r>
                <a:rPr lang="ko-KR" altLang="en-US" sz="1200">
                  <a:solidFill>
                    <a:schemeClr val="bg1"/>
                  </a:solidFill>
                  <a:latin typeface="페이퍼로지 6 SemiBold" charset="0"/>
                  <a:ea typeface="페이퍼로지 6 SemiBold" charset="0"/>
                </a:rPr>
                <a:t>u</a:t>
              </a:r>
              <a:r>
                <a:rPr lang="ko-KR" altLang="en-US" sz="1200">
                  <a:solidFill>
                    <a:schemeClr val="bg1"/>
                  </a:solidFill>
                  <a:latin typeface="페이퍼로지 6 SemiBold" charset="0"/>
                  <a:ea typeface="페이퍼로지 6 SemiBold" charset="0"/>
                </a:rPr>
                <a:t>L</a:t>
              </a:r>
              <a:r>
                <a:rPr lang="ko-KR" altLang="en-US" sz="1200">
                  <a:solidFill>
                    <a:schemeClr val="bg1"/>
                  </a:solidFill>
                  <a:latin typeface="페이퍼로지 6 SemiBold" charset="0"/>
                  <a:ea typeface="페이퍼로지 6 SemiBold" charset="0"/>
                </a:rPr>
                <a:t>iN Work</a:t>
              </a:r>
              <a:r>
                <a:rPr lang="ko-KR" altLang="en-US" sz="1200">
                  <a:solidFill>
                    <a:schemeClr val="bg1"/>
                  </a:solidFill>
                  <a:latin typeface="페이퍼로지 6 SemiBold" charset="0"/>
                  <a:ea typeface="페이퍼로지 6 SemiBold" charset="0"/>
                </a:rPr>
                <a:t>f</a:t>
              </a:r>
              <a:r>
                <a:rPr lang="ko-KR" altLang="en-US" sz="1200">
                  <a:solidFill>
                    <a:schemeClr val="bg1"/>
                  </a:solidFill>
                  <a:latin typeface="페이퍼로지 6 SemiBold" charset="0"/>
                  <a:ea typeface="페이퍼로지 6 SemiBold" charset="0"/>
                </a:rPr>
                <a:t>low</a:t>
              </a:r>
              <a:endParaRPr lang="ko-KR" altLang="en-US" sz="1200">
                <a:solidFill>
                  <a:schemeClr val="bg1"/>
                </a:solidFill>
                <a:latin typeface="페이퍼로지 6 SemiBold" charset="0"/>
                <a:ea typeface="페이퍼로지 6 SemiBold" charset="0"/>
              </a:endParaRPr>
            </a:p>
            <a:p>
              <a:pPr marL="0" indent="0">
                <a:lnSpc>
                  <a:spcPct val="150000"/>
                </a:lnSpc>
                <a:buFontTx/>
                <a:buNone/>
              </a:pPr>
              <a:r>
                <a:rPr lang="ko-KR" altLang="en-US" sz="1200">
                  <a:solidFill>
                    <a:schemeClr val="bg1"/>
                  </a:solidFill>
                  <a:latin typeface="페이퍼로지 6 SemiBold" charset="0"/>
                  <a:ea typeface="페이퍼로지 6 SemiBold" charset="0"/>
                </a:rPr>
                <a:t>MuLiN 테스</a:t>
              </a:r>
              <a:r>
                <a:rPr lang="ko-KR" altLang="en-US" sz="1200">
                  <a:solidFill>
                    <a:schemeClr val="bg1"/>
                  </a:solidFill>
                  <a:latin typeface="페이퍼로지 6 SemiBold" charset="0"/>
                  <a:ea typeface="페이퍼로지 6 SemiBold" charset="0"/>
                </a:rPr>
                <a:t>트 </a:t>
              </a:r>
              <a:r>
                <a:rPr lang="ko-KR" altLang="en-US" sz="1200">
                  <a:solidFill>
                    <a:schemeClr val="bg1"/>
                  </a:solidFill>
                  <a:latin typeface="페이퍼로지 6 SemiBold" charset="0"/>
                  <a:ea typeface="페이퍼로지 6 SemiBold" charset="0"/>
                </a:rPr>
                <a:t>시나</a:t>
              </a:r>
              <a:r>
                <a:rPr lang="ko-KR" altLang="en-US" sz="1200">
                  <a:solidFill>
                    <a:schemeClr val="bg1"/>
                  </a:solidFill>
                  <a:latin typeface="페이퍼로지 6 SemiBold" charset="0"/>
                  <a:ea typeface="페이퍼로지 6 SemiBold" charset="0"/>
                </a:rPr>
                <a:t>리오</a:t>
              </a:r>
              <a:endParaRPr lang="ko-KR" altLang="en-US" sz="1200">
                <a:solidFill>
                  <a:schemeClr val="bg1"/>
                </a:solidFill>
                <a:latin typeface="페이퍼로지 6 SemiBold" charset="0"/>
                <a:ea typeface="페이퍼로지 6 SemiBold" charset="0"/>
              </a:endParaRPr>
            </a:p>
            <a:p>
              <a:pPr marL="0" indent="0">
                <a:lnSpc>
                  <a:spcPct val="150000"/>
                </a:lnSpc>
                <a:buFontTx/>
                <a:buNone/>
              </a:pPr>
              <a:r>
                <a:rPr lang="ko-KR" altLang="en-US" sz="1200">
                  <a:solidFill>
                    <a:schemeClr val="bg1"/>
                  </a:solidFill>
                  <a:latin typeface="페이퍼로지 6 SemiBold" charset="0"/>
                  <a:ea typeface="페이퍼로지 6 SemiBold" charset="0"/>
                </a:rPr>
                <a:t>MuLiN </a:t>
              </a:r>
              <a:r>
                <a:rPr lang="ko-KR" altLang="en-US" sz="1200">
                  <a:solidFill>
                    <a:schemeClr val="bg1"/>
                  </a:solidFill>
                  <a:latin typeface="페이퍼로지 6 SemiBold" charset="0"/>
                  <a:ea typeface="페이퍼로지 6 SemiBold" charset="0"/>
                </a:rPr>
                <a:t>시연</a:t>
              </a:r>
              <a:endParaRPr lang="ko-KR" altLang="en-US" sz="1200">
                <a:solidFill>
                  <a:schemeClr val="bg1"/>
                </a:solidFill>
                <a:latin typeface="페이퍼로지 6 SemiBold" charset="0"/>
                <a:ea typeface="페이퍼로지 6 SemiBold" charset="0"/>
              </a:endParaRPr>
            </a:p>
          </p:txBody>
        </p:sp>
        <p:cxnSp>
          <p:nvCxnSpPr>
            <p:cNvPr id="20" name="직선 연결선 19"/>
            <p:cNvCxnSpPr/>
            <p:nvPr/>
          </p:nvCxnSpPr>
          <p:spPr>
            <a:xfrm rot="0">
              <a:off x="6434455" y="3175000"/>
              <a:ext cx="1802130" cy="1905"/>
            </a:xfrm>
            <a:prstGeom prst="line"/>
            <a:ln w="12700" cap="flat" cmpd="sng">
              <a:solidFill>
                <a:srgbClr val="2F3645">
                  <a:alpha val="10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>
              <a:spLocks/>
            </p:cNvSpPr>
            <p:nvPr/>
          </p:nvSpPr>
          <p:spPr>
            <a:xfrm rot="0">
              <a:off x="6373495" y="2675255"/>
              <a:ext cx="494030" cy="371475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>
                  <a:solidFill>
                    <a:srgbClr val="00B1FF"/>
                  </a:solidFill>
                  <a:latin typeface="페이퍼로지 7 Bold" charset="0"/>
                  <a:ea typeface="페이퍼로지 7 Bold" charset="0"/>
                </a:rPr>
                <a:t>03</a:t>
              </a:r>
              <a:endParaRPr lang="ko-KR" altLang="en-US">
                <a:solidFill>
                  <a:srgbClr val="00B1FF"/>
                </a:solidFill>
                <a:latin typeface="페이퍼로지 7 Bold" charset="0"/>
                <a:ea typeface="페이퍼로지 7 Bold" charset="0"/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9151D710-AFC6-46B5-9F5C-5D58D99E8C87}"/>
              </a:ext>
            </a:extLst>
          </p:cNvPr>
          <p:cNvGrpSpPr/>
          <p:nvPr/>
        </p:nvGrpSpPr>
        <p:grpSpPr>
          <a:xfrm>
            <a:off x="8586470" y="2675255"/>
            <a:ext cx="1171575" cy="966470"/>
            <a:chOff x="8586470" y="2675255"/>
            <a:chExt cx="1171575" cy="966470"/>
          </a:xfrm>
        </p:grpSpPr>
        <p:sp>
          <p:nvSpPr>
            <p:cNvPr id="18" name="TextBox 17"/>
            <p:cNvSpPr txBox="1">
              <a:spLocks/>
            </p:cNvSpPr>
            <p:nvPr/>
          </p:nvSpPr>
          <p:spPr>
            <a:xfrm rot="0">
              <a:off x="8625205" y="3273425"/>
              <a:ext cx="344170" cy="368935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lnSpc>
                  <a:spcPct val="150000"/>
                </a:lnSpc>
                <a:buFontTx/>
                <a:buNone/>
              </a:pPr>
              <a:r>
                <a:rPr lang="ko-KR" altLang="en-US" sz="1200">
                  <a:solidFill>
                    <a:schemeClr val="bg1"/>
                  </a:solidFill>
                  <a:latin typeface="페이퍼로지 6 SemiBold" charset="0"/>
                  <a:ea typeface="페이퍼로지 6 SemiBold" charset="0"/>
                </a:rPr>
                <a:t>Q</a:t>
              </a:r>
              <a:r>
                <a:rPr lang="ko-KR" altLang="en-US" sz="1200">
                  <a:solidFill>
                    <a:schemeClr val="bg1"/>
                  </a:solidFill>
                  <a:latin typeface="페이퍼로지 6 SemiBold" charset="0"/>
                  <a:ea typeface="페이퍼로지 6 SemiBold" charset="0"/>
                </a:rPr>
                <a:t>&amp;</a:t>
              </a:r>
              <a:r>
                <a:rPr lang="ko-KR" altLang="en-US" sz="1200">
                  <a:solidFill>
                    <a:schemeClr val="bg1"/>
                  </a:solidFill>
                  <a:latin typeface="페이퍼로지 6 SemiBold" charset="0"/>
                  <a:ea typeface="페이퍼로지 6 SemiBold" charset="0"/>
                </a:rPr>
                <a:t>A</a:t>
              </a:r>
              <a:endParaRPr lang="ko-KR" altLang="en-US" sz="1200">
                <a:solidFill>
                  <a:schemeClr val="bg1"/>
                </a:solidFill>
                <a:latin typeface="페이퍼로지 6 SemiBold" charset="0"/>
                <a:ea typeface="페이퍼로지 6 SemiBold" charset="0"/>
              </a:endParaRPr>
            </a:p>
          </p:txBody>
        </p:sp>
        <p:cxnSp>
          <p:nvCxnSpPr>
            <p:cNvPr id="21" name="직선 연결선 20"/>
            <p:cNvCxnSpPr/>
            <p:nvPr/>
          </p:nvCxnSpPr>
          <p:spPr>
            <a:xfrm rot="0">
              <a:off x="8624570" y="3175000"/>
              <a:ext cx="1134110" cy="635"/>
            </a:xfrm>
            <a:prstGeom prst="line"/>
            <a:ln w="12700" cap="flat" cmpd="sng">
              <a:solidFill>
                <a:srgbClr val="2F3645">
                  <a:alpha val="10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>
              <a:spLocks/>
            </p:cNvSpPr>
            <p:nvPr/>
          </p:nvSpPr>
          <p:spPr>
            <a:xfrm rot="0">
              <a:off x="8586470" y="2675255"/>
              <a:ext cx="309880" cy="370205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>
                  <a:solidFill>
                    <a:srgbClr val="00B1FF"/>
                  </a:solidFill>
                  <a:latin typeface="페이퍼로지 7 Bold" charset="0"/>
                  <a:ea typeface="페이퍼로지 7 Bold" charset="0"/>
                </a:rPr>
                <a:t>04</a:t>
              </a:r>
              <a:endParaRPr lang="ko-KR" altLang="en-US">
                <a:solidFill>
                  <a:srgbClr val="00B1FF"/>
                </a:solidFill>
                <a:latin typeface="페이퍼로지 7 Bold" charset="0"/>
                <a:ea typeface="페이퍼로지 7 Bold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678698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>
            <a:spLocks/>
          </p:cNvSpPr>
          <p:nvPr/>
        </p:nvSpPr>
        <p:spPr>
          <a:xfrm>
            <a:off x="280670" y="420370"/>
            <a:ext cx="1564640" cy="276860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en-US" altLang="ko-KR" sz="1200">
                <a:solidFill>
                  <a:srgbClr val="00B1FF"/>
                </a:solidFill>
                <a:latin typeface="페이퍼로지 7 Bold" charset="0"/>
                <a:ea typeface="페이퍼로지 7 Bold" charset="0"/>
              </a:rPr>
              <a:t>01 </a:t>
            </a:r>
            <a:r>
              <a:rPr lang="ko-KR" altLang="en-US" sz="1200">
                <a:solidFill>
                  <a:srgbClr val="111827"/>
                </a:solidFill>
                <a:latin typeface="페이퍼로지 7 Bold" charset="0"/>
                <a:ea typeface="페이퍼로지 7 Bold" charset="0"/>
              </a:rPr>
              <a:t>Squish</a:t>
            </a:r>
            <a:r>
              <a:rPr lang="ko-KR" altLang="en-US" sz="1200">
                <a:solidFill>
                  <a:srgbClr val="111827"/>
                </a:solidFill>
                <a:latin typeface="페이퍼로지 7 Bold" charset="0"/>
                <a:ea typeface="페이퍼로지 7 Bold" charset="0"/>
              </a:rPr>
              <a:t> 개념 </a:t>
            </a:r>
            <a:r>
              <a:rPr lang="ko-KR" altLang="en-US" sz="1200">
                <a:solidFill>
                  <a:srgbClr val="111827"/>
                </a:solidFill>
                <a:latin typeface="페이퍼로지 7 Bold" charset="0"/>
                <a:ea typeface="페이퍼로지 7 Bold" charset="0"/>
              </a:rPr>
              <a:t>정</a:t>
            </a:r>
            <a:r>
              <a:rPr lang="ko-KR" altLang="en-US" sz="1200">
                <a:solidFill>
                  <a:srgbClr val="111827"/>
                </a:solidFill>
                <a:latin typeface="페이퍼로지 7 Bold" charset="0"/>
                <a:ea typeface="페이퍼로지 7 Bold" charset="0"/>
              </a:rPr>
              <a:t>리</a:t>
            </a:r>
            <a:endParaRPr lang="ko-KR" altLang="en-US" sz="1200">
              <a:solidFill>
                <a:srgbClr val="111827"/>
              </a:solidFill>
              <a:latin typeface="페이퍼로지 7 Bold" charset="0"/>
              <a:ea typeface="페이퍼로지 7 Bold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10D3FE2-7651-4A6A-9642-BE60EB2D7F50}"/>
              </a:ext>
            </a:extLst>
          </p:cNvPr>
          <p:cNvSpPr/>
          <p:nvPr/>
        </p:nvSpPr>
        <p:spPr>
          <a:xfrm>
            <a:off x="1585595" y="1670050"/>
            <a:ext cx="9020175" cy="655955"/>
          </a:xfrm>
          <a:prstGeom prst="rect">
            <a:avLst/>
          </a:prstGeom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 algn="ctr">
              <a:lnSpc>
                <a:spcPts val="2220"/>
              </a:lnSpc>
              <a:buFontTx/>
              <a:buNone/>
            </a:pPr>
            <a:r>
              <a:rPr lang="ko-KR" altLang="en-US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Q</a:t>
            </a:r>
            <a:r>
              <a:rPr lang="ko-KR" altLang="en-US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t Group</a:t>
            </a:r>
            <a:r>
              <a:rPr lang="ko-KR" altLang="en-US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의 </a:t>
            </a:r>
            <a:r>
              <a:rPr lang="ko-KR" altLang="en-US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상</a:t>
            </a:r>
            <a:r>
              <a:rPr lang="ko-KR" altLang="en-US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용 </a:t>
            </a:r>
            <a:r>
              <a:rPr lang="ko-KR" altLang="en-US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GUI 테스</a:t>
            </a:r>
            <a:r>
              <a:rPr lang="ko-KR" altLang="en-US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트 </a:t>
            </a:r>
            <a:r>
              <a:rPr lang="ko-KR" altLang="en-US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자동</a:t>
            </a:r>
            <a:r>
              <a:rPr lang="ko-KR" altLang="en-US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화 </a:t>
            </a:r>
            <a:r>
              <a:rPr lang="ko-KR" altLang="en-US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프레임워</a:t>
            </a:r>
            <a:r>
              <a:rPr lang="ko-KR" altLang="en-US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크.</a:t>
            </a:r>
            <a:endParaRPr lang="ko-KR" altLang="en-US" sz="1600">
              <a:solidFill>
                <a:srgbClr val="2F3645"/>
              </a:solidFill>
              <a:latin typeface="페이퍼로지 7 Bold" charset="0"/>
              <a:ea typeface="페이퍼로지 7 Bold" charset="0"/>
            </a:endParaRPr>
          </a:p>
          <a:p>
            <a:pPr marL="0" indent="0" algn="ctr">
              <a:lnSpc>
                <a:spcPts val="2220"/>
              </a:lnSpc>
              <a:buFontTx/>
              <a:buNone/>
            </a:pPr>
            <a:r>
              <a:rPr lang="ko-KR" alt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사람이</a:t>
            </a:r>
            <a:r>
              <a:rPr lang="ko-KR" altLang="ko-KR" sz="1600">
                <a:solidFill>
                  <a:srgbClr val="00B1FF"/>
                </a:solidFill>
                <a:latin typeface="페이퍼로지 7 Bold" charset="0"/>
                <a:ea typeface="페이퍼로지 7 Bold" charset="0"/>
              </a:rPr>
              <a:t> </a:t>
            </a:r>
            <a:r>
              <a:rPr lang="ko-KR" altLang="ko-KR" sz="1600">
                <a:solidFill>
                  <a:srgbClr val="00B1FF"/>
                </a:solidFill>
                <a:latin typeface="페이퍼로지 7 Bold" charset="0"/>
                <a:ea typeface="페이퍼로지 7 Bold" charset="0"/>
              </a:rPr>
              <a:t>마우스</a:t>
            </a:r>
            <a:r>
              <a:rPr lang="ko-KR" altLang="ko-KR" sz="1600">
                <a:solidFill>
                  <a:srgbClr val="00B1FF"/>
                </a:solidFill>
                <a:latin typeface="페이퍼로지 7 Bold" charset="0"/>
                <a:ea typeface="페이퍼로지 7 Bold" charset="0"/>
              </a:rPr>
              <a:t>로 </a:t>
            </a:r>
            <a:r>
              <a:rPr lang="ko-KR" altLang="ko-KR" sz="1600">
                <a:solidFill>
                  <a:srgbClr val="00B1FF"/>
                </a:solidFill>
                <a:latin typeface="페이퍼로지 7 Bold" charset="0"/>
                <a:ea typeface="페이퍼로지 7 Bold" charset="0"/>
              </a:rPr>
              <a:t>클릭하</a:t>
            </a:r>
            <a:r>
              <a:rPr lang="ko-KR" altLang="ko-KR" sz="1600">
                <a:solidFill>
                  <a:srgbClr val="00B1FF"/>
                </a:solidFill>
                <a:latin typeface="페이퍼로지 7 Bold" charset="0"/>
                <a:ea typeface="페이퍼로지 7 Bold" charset="0"/>
              </a:rPr>
              <a:t>고 </a:t>
            </a:r>
            <a:r>
              <a:rPr lang="ko-KR" altLang="ko-KR" sz="1600">
                <a:solidFill>
                  <a:srgbClr val="00B1FF"/>
                </a:solidFill>
                <a:latin typeface="페이퍼로지 7 Bold" charset="0"/>
                <a:ea typeface="페이퍼로지 7 Bold" charset="0"/>
              </a:rPr>
              <a:t>키</a:t>
            </a:r>
            <a:r>
              <a:rPr lang="ko-KR" altLang="ko-KR" sz="1600">
                <a:solidFill>
                  <a:srgbClr val="00B1FF"/>
                </a:solidFill>
                <a:latin typeface="페이퍼로지 7 Bold" charset="0"/>
                <a:ea typeface="페이퍼로지 7 Bold" charset="0"/>
              </a:rPr>
              <a:t>보드로 </a:t>
            </a:r>
            <a:r>
              <a:rPr lang="ko-KR" altLang="ko-KR" sz="1600">
                <a:solidFill>
                  <a:srgbClr val="00B1FF"/>
                </a:solidFill>
                <a:latin typeface="페이퍼로지 7 Bold" charset="0"/>
                <a:ea typeface="페이퍼로지 7 Bold" charset="0"/>
              </a:rPr>
              <a:t>입력하</a:t>
            </a:r>
            <a:r>
              <a:rPr lang="ko-KR" altLang="ko-KR" sz="1600">
                <a:solidFill>
                  <a:srgbClr val="00B1FF"/>
                </a:solidFill>
                <a:latin typeface="페이퍼로지 7 Bold" charset="0"/>
                <a:ea typeface="페이퍼로지 7 Bold" charset="0"/>
              </a:rPr>
              <a:t>는 </a:t>
            </a:r>
            <a:r>
              <a:rPr lang="ko-KR" altLang="ko-KR" sz="1600">
                <a:solidFill>
                  <a:srgbClr val="00B1FF"/>
                </a:solidFill>
                <a:latin typeface="페이퍼로지 7 Bold" charset="0"/>
                <a:ea typeface="페이퍼로지 7 Bold" charset="0"/>
              </a:rPr>
              <a:t>동작</a:t>
            </a:r>
            <a:r>
              <a:rPr lang="ko-KR" alt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을 </a:t>
            </a:r>
            <a:r>
              <a:rPr lang="ko-KR" alt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스크립트</a:t>
            </a:r>
            <a:r>
              <a:rPr lang="ko-KR" alt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로 </a:t>
            </a:r>
            <a:r>
              <a:rPr lang="ko-KR" alt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재생해</a:t>
            </a:r>
            <a:r>
              <a:rPr lang="ko-KR" alt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서, </a:t>
            </a:r>
            <a:r>
              <a:rPr lang="ko-KR" alt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기대대</a:t>
            </a:r>
            <a:r>
              <a:rPr lang="ko-KR" alt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로 </a:t>
            </a:r>
            <a:r>
              <a:rPr lang="ko-KR" alt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동작하는</a:t>
            </a:r>
            <a:r>
              <a:rPr lang="ko-KR" alt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지 </a:t>
            </a:r>
            <a:r>
              <a:rPr lang="ko-KR" alt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자동으</a:t>
            </a:r>
            <a:r>
              <a:rPr lang="ko-KR" alt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로 </a:t>
            </a:r>
            <a:r>
              <a:rPr lang="ko-KR" alt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검</a:t>
            </a:r>
            <a:r>
              <a:rPr lang="ko-KR" alt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증</a:t>
            </a:r>
            <a:r>
              <a:rPr lang="en-US" alt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.</a:t>
            </a:r>
            <a:endParaRPr lang="ko-KR" altLang="en-US" sz="1600">
              <a:solidFill>
                <a:srgbClr val="2F3645"/>
              </a:solidFill>
              <a:latin typeface="페이퍼로지 7 Bold" charset="0"/>
              <a:ea typeface="페이퍼로지 7 Bold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488EE2F-773C-4C9B-8179-5A1DE9850DB3}"/>
              </a:ext>
            </a:extLst>
          </p:cNvPr>
          <p:cNvSpPr txBox="1"/>
          <p:nvPr/>
        </p:nvSpPr>
        <p:spPr>
          <a:xfrm>
            <a:off x="5062855" y="1097280"/>
            <a:ext cx="2067560" cy="522605"/>
          </a:xfrm>
          <a:prstGeom prst="rect">
            <a:avLst/>
          </a:prstGeom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 algn="ctr">
              <a:buFontTx/>
              <a:buNone/>
            </a:pPr>
            <a:r>
              <a:rPr lang="ko-KR" altLang="en-US" sz="28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S</a:t>
            </a:r>
            <a:r>
              <a:rPr lang="ko-KR" altLang="en-US" sz="28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quish </a:t>
            </a:r>
            <a:r>
              <a:rPr lang="ko-KR" altLang="en-US" sz="28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란?</a:t>
            </a:r>
            <a:endParaRPr lang="ko-KR" altLang="en-US" sz="2800">
              <a:solidFill>
                <a:srgbClr val="2F3645"/>
              </a:solidFill>
              <a:latin typeface="페이퍼로지 7 Bold" charset="0"/>
              <a:ea typeface="페이퍼로지 7 Bold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1896314-20FC-4F50-BEC2-6730C86A447E}"/>
              </a:ext>
            </a:extLst>
          </p:cNvPr>
          <p:cNvSpPr txBox="1"/>
          <p:nvPr/>
        </p:nvSpPr>
        <p:spPr>
          <a:xfrm>
            <a:off x="11747500" y="6520815"/>
            <a:ext cx="322580" cy="2152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dirty="0">
                <a:solidFill>
                  <a:srgbClr val="89909F"/>
                </a:solidFill>
                <a:latin typeface="페이퍼로지 6 SemiBold" pitchFamily="2" charset="-127"/>
                <a:ea typeface="페이퍼로지 6 SemiBold" pitchFamily="2" charset="-127"/>
              </a:rPr>
              <a:t>11</a:t>
            </a:r>
            <a:endParaRPr lang="ko-KR" altLang="en-US" sz="800" dirty="0">
              <a:solidFill>
                <a:srgbClr val="89909F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52" name="텍스트 상자 5"/>
          <p:cNvSpPr txBox="1">
            <a:spLocks/>
          </p:cNvSpPr>
          <p:nvPr/>
        </p:nvSpPr>
        <p:spPr>
          <a:xfrm rot="0">
            <a:off x="4865370" y="2961640"/>
            <a:ext cx="2461895" cy="522605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 algn="ctr">
              <a:buFontTx/>
              <a:buNone/>
            </a:pPr>
            <a:r>
              <a:rPr lang="ko-KR" altLang="en-US" sz="28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왜 </a:t>
            </a:r>
            <a:r>
              <a:rPr lang="ko-KR" altLang="en-US" sz="28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Squish</a:t>
            </a:r>
            <a:r>
              <a:rPr lang="ko-KR" altLang="en-US" sz="28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인가</a:t>
            </a:r>
            <a:endParaRPr lang="ko-KR" altLang="en-US" sz="2800">
              <a:solidFill>
                <a:srgbClr val="2F3645"/>
              </a:solidFill>
              <a:latin typeface="페이퍼로지 7 Bold" charset="0"/>
              <a:ea typeface="페이퍼로지 7 Bold" charset="0"/>
            </a:endParaRPr>
          </a:p>
        </p:txBody>
      </p:sp>
      <p:sp>
        <p:nvSpPr>
          <p:cNvPr id="53" name="도형 6"/>
          <p:cNvSpPr>
            <a:spLocks/>
          </p:cNvSpPr>
          <p:nvPr/>
        </p:nvSpPr>
        <p:spPr>
          <a:xfrm rot="0">
            <a:off x="1584960" y="3591560"/>
            <a:ext cx="4437380" cy="1221105"/>
          </a:xfrm>
          <a:prstGeom prst="rect"/>
          <a:solidFill>
            <a:schemeClr val="bg1"/>
          </a:solidFill>
          <a:ln w="6350" cap="flat" cmpd="sng">
            <a:solidFill>
              <a:srgbClr val="2F3645">
                <a:alpha val="100000"/>
              </a:srgbClr>
            </a:solidFill>
            <a:prstDash val="solid"/>
          </a:ln>
          <a:effectLst>
            <a:outerShdw sx="100000" sy="100000" blurRad="63500" dist="38100" dir="2700000" rotWithShape="0" algn="tl">
              <a:srgbClr val="89909F">
                <a:alpha val="9411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54" name="도형 7"/>
          <p:cNvSpPr>
            <a:spLocks/>
          </p:cNvSpPr>
          <p:nvPr/>
        </p:nvSpPr>
        <p:spPr>
          <a:xfrm rot="0">
            <a:off x="1579880" y="4929505"/>
            <a:ext cx="4436745" cy="1221105"/>
          </a:xfrm>
          <a:prstGeom prst="rect"/>
          <a:solidFill>
            <a:schemeClr val="bg1"/>
          </a:solidFill>
          <a:ln w="6350" cap="flat" cmpd="sng">
            <a:solidFill>
              <a:srgbClr val="2F3645">
                <a:alpha val="100000"/>
              </a:srgbClr>
            </a:solidFill>
            <a:prstDash val="solid"/>
          </a:ln>
          <a:effectLst>
            <a:outerShdw sx="100000" sy="100000" blurRad="63500" dist="38100" dir="2700000" rotWithShape="0" algn="tl">
              <a:srgbClr val="89909F">
                <a:alpha val="980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55" name="도형 8"/>
          <p:cNvSpPr>
            <a:spLocks/>
          </p:cNvSpPr>
          <p:nvPr/>
        </p:nvSpPr>
        <p:spPr>
          <a:xfrm rot="0">
            <a:off x="6176645" y="3591560"/>
            <a:ext cx="4436745" cy="1220470"/>
          </a:xfrm>
          <a:prstGeom prst="rect"/>
          <a:solidFill>
            <a:schemeClr val="bg1"/>
          </a:solidFill>
          <a:ln w="6350" cap="flat" cmpd="sng">
            <a:solidFill>
              <a:srgbClr val="2F3645">
                <a:alpha val="100000"/>
              </a:srgbClr>
            </a:solidFill>
            <a:prstDash val="solid"/>
          </a:ln>
          <a:effectLst>
            <a:outerShdw sx="100000" sy="100000" blurRad="63500" dist="38100" dir="2700000" rotWithShape="0" algn="tl">
              <a:srgbClr val="89909F">
                <a:alpha val="980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56" name="도형 9"/>
          <p:cNvSpPr>
            <a:spLocks/>
          </p:cNvSpPr>
          <p:nvPr/>
        </p:nvSpPr>
        <p:spPr>
          <a:xfrm rot="0">
            <a:off x="6171565" y="4929505"/>
            <a:ext cx="4436745" cy="1221105"/>
          </a:xfrm>
          <a:prstGeom prst="rect"/>
          <a:solidFill>
            <a:schemeClr val="bg1"/>
          </a:solidFill>
          <a:ln w="6350" cap="flat" cmpd="sng">
            <a:solidFill>
              <a:srgbClr val="2F3645">
                <a:alpha val="100000"/>
              </a:srgbClr>
            </a:solidFill>
            <a:prstDash val="solid"/>
          </a:ln>
          <a:effectLst>
            <a:outerShdw sx="100000" sy="100000" blurRad="63500" dist="38100" dir="2700000" rotWithShape="0" algn="tl">
              <a:srgbClr val="89909F">
                <a:alpha val="980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grpSp>
        <p:nvGrpSpPr>
          <p:cNvPr id="57" name="그룹 12"/>
          <p:cNvGrpSpPr>
            <a:grpSpLocks/>
          </p:cNvGrpSpPr>
          <p:nvPr/>
        </p:nvGrpSpPr>
        <p:grpSpPr>
          <a:xfrm rot="0">
            <a:off x="1731645" y="3792855"/>
            <a:ext cx="295910" cy="210185"/>
            <a:chOff x="1731645" y="3792855"/>
            <a:chExt cx="295910" cy="210185"/>
          </a:xfrm>
        </p:grpSpPr>
        <p:sp>
          <p:nvSpPr>
            <p:cNvPr id="58" name="도형 10"/>
            <p:cNvSpPr>
              <a:spLocks/>
            </p:cNvSpPr>
            <p:nvPr/>
          </p:nvSpPr>
          <p:spPr>
            <a:xfrm rot="0">
              <a:off x="1731645" y="3792855"/>
              <a:ext cx="295910" cy="210185"/>
            </a:xfrm>
            <a:custGeom>
              <a:gdLst>
                <a:gd fmla="*/ 286893 w 295276" name="TX0"/>
                <a:gd fmla="*/ 38386 h 209551" name="TY0"/>
                <a:gd fmla="*/ 261652 w 295276" name="TX1"/>
                <a:gd fmla="*/ 13145 h 209551" name="TY1"/>
                <a:gd fmla="*/ 150019 w 295276" name="TX2"/>
                <a:gd fmla="*/ 7144 h 209551" name="TY2"/>
                <a:gd fmla="*/ 38386 w 295276" name="TX3"/>
                <a:gd fmla="*/ 13145 h 209551" name="TY3"/>
                <a:gd fmla="*/ 13145 w 295276" name="TX4"/>
                <a:gd fmla="*/ 38386 h 209551" name="TY4"/>
                <a:gd fmla="*/ 7144 w 295276" name="TX5"/>
                <a:gd fmla="*/ 107156 h 209551" name="TY5"/>
                <a:gd fmla="*/ 13145 w 295276" name="TX6"/>
                <a:gd fmla="*/ 175927 h 209551" name="TY6"/>
                <a:gd fmla="*/ 38386 w 295276" name="TX7"/>
                <a:gd fmla="*/ 201168 h 209551" name="TY7"/>
                <a:gd fmla="*/ 150019 w 295276" name="TX8"/>
                <a:gd fmla="*/ 207169 h 209551" name="TY8"/>
                <a:gd fmla="*/ 261652 w 295276" name="TX9"/>
                <a:gd fmla="*/ 201168 h 209551" name="TY9"/>
                <a:gd fmla="*/ 286893 w 295276" name="TX10"/>
                <a:gd fmla="*/ 175927 h 209551" name="TY10"/>
                <a:gd fmla="*/ 292894 w 295276" name="TX11"/>
                <a:gd fmla="*/ 107156 h 209551" name="TY11"/>
                <a:gd fmla="*/ 286893 w 295276" name="TX12"/>
                <a:gd fmla="*/ 38386 h 209551" name="TY12"/>
              </a:gdLst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  <a:cxn ang="0">
                  <a:pos x="TX7" y="TY7"/>
                </a:cxn>
                <a:cxn ang="0">
                  <a:pos x="TX8" y="TY8"/>
                </a:cxn>
                <a:cxn ang="0">
                  <a:pos x="TX9" y="TY9"/>
                </a:cxn>
                <a:cxn ang="0">
                  <a:pos x="TX10" y="TY10"/>
                </a:cxn>
                <a:cxn ang="0">
                  <a:pos x="TX11" y="TY11"/>
                </a:cxn>
                <a:cxn ang="0">
                  <a:pos x="TX12" y="TY12"/>
                </a:cxn>
              </a:cxnLst>
              <a:rect l="l" t="t" r="r" b="b"/>
              <a:pathLst>
                <a:path w="295276" h="209551">
                  <a:moveTo>
                    <a:pt x="286893" y="38386"/>
                  </a:moveTo>
                  <a:cubicBezTo>
                    <a:pt x="283559" y="26099"/>
                    <a:pt x="273939" y="16383"/>
                    <a:pt x="261652" y="13145"/>
                  </a:cubicBezTo>
                  <a:cubicBezTo>
                    <a:pt x="239363" y="7144"/>
                    <a:pt x="150019" y="7144"/>
                    <a:pt x="150019" y="7144"/>
                  </a:cubicBezTo>
                  <a:cubicBezTo>
                    <a:pt x="150019" y="7144"/>
                    <a:pt x="60674" y="7144"/>
                    <a:pt x="38386" y="13145"/>
                  </a:cubicBezTo>
                  <a:cubicBezTo>
                    <a:pt x="26099" y="16383"/>
                    <a:pt x="16383" y="26099"/>
                    <a:pt x="13145" y="38386"/>
                  </a:cubicBezTo>
                  <a:cubicBezTo>
                    <a:pt x="7144" y="60674"/>
                    <a:pt x="7144" y="107156"/>
                    <a:pt x="7144" y="107156"/>
                  </a:cubicBezTo>
                  <a:cubicBezTo>
                    <a:pt x="7144" y="107156"/>
                    <a:pt x="7144" y="153638"/>
                    <a:pt x="13145" y="175927"/>
                  </a:cubicBezTo>
                  <a:cubicBezTo>
                    <a:pt x="16478" y="188214"/>
                    <a:pt x="26099" y="197930"/>
                    <a:pt x="38386" y="201168"/>
                  </a:cubicBezTo>
                  <a:cubicBezTo>
                    <a:pt x="60674" y="207169"/>
                    <a:pt x="150019" y="207169"/>
                    <a:pt x="150019" y="207169"/>
                  </a:cubicBezTo>
                  <a:cubicBezTo>
                    <a:pt x="150019" y="207169"/>
                    <a:pt x="239363" y="207169"/>
                    <a:pt x="261652" y="201168"/>
                  </a:cubicBezTo>
                  <a:cubicBezTo>
                    <a:pt x="273939" y="197834"/>
                    <a:pt x="283655" y="188214"/>
                    <a:pt x="286893" y="175927"/>
                  </a:cubicBezTo>
                  <a:cubicBezTo>
                    <a:pt x="292894" y="153638"/>
                    <a:pt x="292894" y="107156"/>
                    <a:pt x="292894" y="107156"/>
                  </a:cubicBezTo>
                  <a:cubicBezTo>
                    <a:pt x="292894" y="107156"/>
                    <a:pt x="292894" y="60674"/>
                    <a:pt x="286893" y="38386"/>
                  </a:cubicBezTo>
                  <a:close/>
                </a:path>
              </a:pathLst>
            </a:custGeom>
            <a:solidFill>
              <a:srgbClr val="2F3645"/>
            </a:solidFill>
            <a:ln>
              <a:noFill/>
              <a:prstDash/>
            </a:ln>
          </p:spPr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>
                <a:buFontTx/>
                <a:buNone/>
              </a:pPr>
              <a:endParaRPr lang="ko-KR" altLang="en-US"/>
            </a:p>
          </p:txBody>
        </p:sp>
        <p:sp>
          <p:nvSpPr>
            <p:cNvPr id="59" name="도형 11"/>
            <p:cNvSpPr>
              <a:spLocks/>
            </p:cNvSpPr>
            <p:nvPr/>
          </p:nvSpPr>
          <p:spPr>
            <a:xfrm rot="0">
              <a:off x="1845945" y="3850005"/>
              <a:ext cx="86360" cy="95885"/>
            </a:xfrm>
            <a:custGeom>
              <a:gdLst>
                <a:gd fmla="*/ 7144 w 85726" name="TX0"/>
                <a:gd fmla="*/ 92869 h 95251" name="TY0"/>
                <a:gd fmla="*/ 81344 w 85726" name="TX1"/>
                <a:gd fmla="*/ 50006 h 95251" name="TY1"/>
                <a:gd fmla="*/ 7144 w 85726" name="TX2"/>
                <a:gd fmla="*/ 7144 h 95251" name="TY2"/>
                <a:gd fmla="*/ 7144 w 85726" name="TX3"/>
                <a:gd fmla="*/ 92869 h 95251" name="TY3"/>
              </a:gdLst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</a:cxnLst>
              <a:rect l="l" t="t" r="r" b="b"/>
              <a:pathLst>
                <a:path w="85726" h="95251">
                  <a:moveTo>
                    <a:pt x="7144" y="92869"/>
                  </a:moveTo>
                  <a:lnTo>
                    <a:pt x="81344" y="50006"/>
                  </a:lnTo>
                  <a:lnTo>
                    <a:pt x="7144" y="7144"/>
                  </a:lnTo>
                  <a:lnTo>
                    <a:pt x="7144" y="9286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  <a:prstDash/>
            </a:ln>
          </p:spPr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>
                <a:buFontTx/>
                <a:buNone/>
              </a:pPr>
              <a:endParaRPr lang="ko-KR" altLang="en-US"/>
            </a:p>
          </p:txBody>
        </p:sp>
      </p:grpSp>
      <p:sp>
        <p:nvSpPr>
          <p:cNvPr id="60" name="도형 13"/>
          <p:cNvSpPr>
            <a:spLocks/>
          </p:cNvSpPr>
          <p:nvPr/>
        </p:nvSpPr>
        <p:spPr>
          <a:xfrm rot="0">
            <a:off x="1731645" y="5093970"/>
            <a:ext cx="295910" cy="295910"/>
          </a:xfrm>
          <a:custGeom>
            <a:gdLst>
              <a:gd fmla="*/ 150019 w 295276" name="TX0"/>
              <a:gd fmla="*/ 32861 h 295276" name="TY0"/>
              <a:gd fmla="*/ 207740 w 295276" name="TX1"/>
              <a:gd fmla="*/ 33719 h 295276" name="TY1"/>
              <a:gd fmla="*/ 234315 w 295276" name="TX2"/>
              <a:gd fmla="*/ 38672 h 295276" name="TY2"/>
              <a:gd fmla="*/ 250698 w 295276" name="TX3"/>
              <a:gd fmla="*/ 49340 h 295276" name="TY3"/>
              <a:gd fmla="*/ 261366 w 295276" name="TX4"/>
              <a:gd fmla="*/ 65723 h 295276" name="TY4"/>
              <a:gd fmla="*/ 266319 w 295276" name="TX5"/>
              <a:gd fmla="*/ 92297 h 295276" name="TY5"/>
              <a:gd fmla="*/ 267176 w 295276" name="TX6"/>
              <a:gd fmla="*/ 150019 h 295276" name="TY6"/>
              <a:gd fmla="*/ 266319 w 295276" name="TX7"/>
              <a:gd fmla="*/ 207740 h 295276" name="TY7"/>
              <a:gd fmla="*/ 261366 w 295276" name="TX8"/>
              <a:gd fmla="*/ 234315 h 295276" name="TY8"/>
              <a:gd fmla="*/ 250698 w 295276" name="TX9"/>
              <a:gd fmla="*/ 250698 h 295276" name="TY9"/>
              <a:gd fmla="*/ 234315 w 295276" name="TX10"/>
              <a:gd fmla="*/ 261366 h 295276" name="TY10"/>
              <a:gd fmla="*/ 207740 w 295276" name="TX11"/>
              <a:gd fmla="*/ 266319 h 295276" name="TY11"/>
              <a:gd fmla="*/ 150019 w 295276" name="TX12"/>
              <a:gd fmla="*/ 267176 h 295276" name="TY12"/>
              <a:gd fmla="*/ 92297 w 295276" name="TX13"/>
              <a:gd fmla="*/ 266319 h 295276" name="TY13"/>
              <a:gd fmla="*/ 65723 w 295276" name="TX14"/>
              <a:gd fmla="*/ 261366 h 295276" name="TY14"/>
              <a:gd fmla="*/ 49340 w 295276" name="TX15"/>
              <a:gd fmla="*/ 250698 h 295276" name="TY15"/>
              <a:gd fmla="*/ 38672 w 295276" name="TX16"/>
              <a:gd fmla="*/ 234315 h 295276" name="TY16"/>
              <a:gd fmla="*/ 33719 w 295276" name="TX17"/>
              <a:gd fmla="*/ 207740 h 295276" name="TY17"/>
              <a:gd fmla="*/ 32861 w 295276" name="TX18"/>
              <a:gd fmla="*/ 150019 h 295276" name="TY18"/>
              <a:gd fmla="*/ 33719 w 295276" name="TX19"/>
              <a:gd fmla="*/ 92297 h 295276" name="TY19"/>
              <a:gd fmla="*/ 38672 w 295276" name="TX20"/>
              <a:gd fmla="*/ 65723 h 295276" name="TY20"/>
              <a:gd fmla="*/ 49340 w 295276" name="TX21"/>
              <a:gd fmla="*/ 49340 h 295276" name="TY21"/>
              <a:gd fmla="*/ 65723 w 295276" name="TX22"/>
              <a:gd fmla="*/ 38672 h 295276" name="TY22"/>
              <a:gd fmla="*/ 92297 w 295276" name="TX23"/>
              <a:gd fmla="*/ 33719 h 295276" name="TY23"/>
              <a:gd fmla="*/ 150019 w 295276" name="TX24"/>
              <a:gd fmla="*/ 32861 h 295276" name="TY24"/>
              <a:gd fmla="*/ 150019 w 295276" name="TX26"/>
              <a:gd fmla="*/ 7144 h 295276" name="TY26"/>
              <a:gd fmla="*/ 91154 w 295276" name="TX27"/>
              <a:gd fmla="*/ 8001 h 295276" name="TY27"/>
              <a:gd fmla="*/ 56483 w 295276" name="TX28"/>
              <a:gd fmla="*/ 14669 h 295276" name="TY28"/>
              <a:gd fmla="*/ 31147 w 295276" name="TX29"/>
              <a:gd fmla="*/ 31147 h 295276" name="TY29"/>
              <a:gd fmla="*/ 14669 w 295276" name="TX30"/>
              <a:gd fmla="*/ 56483 h 295276" name="TY30"/>
              <a:gd fmla="*/ 8001 w 295276" name="TX31"/>
              <a:gd fmla="*/ 91154 h 295276" name="TY31"/>
              <a:gd fmla="*/ 7144 w 295276" name="TX32"/>
              <a:gd fmla="*/ 150019 h 295276" name="TY32"/>
              <a:gd fmla="*/ 8001 w 295276" name="TX33"/>
              <a:gd fmla="*/ 208883 h 295276" name="TY33"/>
              <a:gd fmla="*/ 14669 w 295276" name="TX34"/>
              <a:gd fmla="*/ 243554 h 295276" name="TY34"/>
              <a:gd fmla="*/ 31147 w 295276" name="TX35"/>
              <a:gd fmla="*/ 268891 h 295276" name="TY35"/>
              <a:gd fmla="*/ 56483 w 295276" name="TX36"/>
              <a:gd fmla="*/ 285369 h 295276" name="TY36"/>
              <a:gd fmla="*/ 91154 w 295276" name="TX37"/>
              <a:gd fmla="*/ 292036 h 295276" name="TY37"/>
              <a:gd fmla="*/ 150019 w 295276" name="TX38"/>
              <a:gd fmla="*/ 292894 h 295276" name="TY38"/>
              <a:gd fmla="*/ 208883 w 295276" name="TX39"/>
              <a:gd fmla="*/ 292036 h 295276" name="TY39"/>
              <a:gd fmla="*/ 243554 w 295276" name="TX40"/>
              <a:gd fmla="*/ 285369 h 295276" name="TY40"/>
              <a:gd fmla="*/ 268891 w 295276" name="TX41"/>
              <a:gd fmla="*/ 268891 h 295276" name="TY41"/>
              <a:gd fmla="*/ 285369 w 295276" name="TX42"/>
              <a:gd fmla="*/ 243554 h 295276" name="TY42"/>
              <a:gd fmla="*/ 292037 w 295276" name="TX43"/>
              <a:gd fmla="*/ 208883 h 295276" name="TY43"/>
              <a:gd fmla="*/ 292894 w 295276" name="TX44"/>
              <a:gd fmla="*/ 150019 h 295276" name="TY44"/>
              <a:gd fmla="*/ 292037 w 295276" name="TX45"/>
              <a:gd fmla="*/ 91154 h 295276" name="TY45"/>
              <a:gd fmla="*/ 285369 w 295276" name="TX46"/>
              <a:gd fmla="*/ 56483 h 295276" name="TY46"/>
              <a:gd fmla="*/ 268891 w 295276" name="TX47"/>
              <a:gd fmla="*/ 31147 h 295276" name="TY47"/>
              <a:gd fmla="*/ 243554 w 295276" name="TX48"/>
              <a:gd fmla="*/ 14669 h 295276" name="TY48"/>
              <a:gd fmla="*/ 208883 w 295276" name="TX49"/>
              <a:gd fmla="*/ 8001 h 295276" name="TY49"/>
              <a:gd fmla="*/ 150019 w 295276" name="TX50"/>
              <a:gd fmla="*/ 7144 h 295276" name="TY50"/>
              <a:gd fmla="*/ 150019 w 295276" name="TX52"/>
              <a:gd fmla="*/ 76676 h 295276" name="TY52"/>
              <a:gd fmla="*/ 76676 w 295276" name="TX53"/>
              <a:gd fmla="*/ 150019 h 295276" name="TY53"/>
              <a:gd fmla="*/ 150019 w 295276" name="TX54"/>
              <a:gd fmla="*/ 223361 h 295276" name="TY54"/>
              <a:gd fmla="*/ 223361 w 295276" name="TX55"/>
              <a:gd fmla="*/ 150019 h 295276" name="TY55"/>
              <a:gd fmla="*/ 150019 w 295276" name="TX56"/>
              <a:gd fmla="*/ 76676 h 295276" name="TY56"/>
              <a:gd fmla="*/ 150019 w 295276" name="TX58"/>
              <a:gd fmla="*/ 197644 h 295276" name="TY58"/>
              <a:gd fmla="*/ 102394 w 295276" name="TX59"/>
              <a:gd fmla="*/ 150019 h 295276" name="TY59"/>
              <a:gd fmla="*/ 150019 w 295276" name="TX60"/>
              <a:gd fmla="*/ 102394 h 295276" name="TY60"/>
              <a:gd fmla="*/ 197644 w 295276" name="TX61"/>
              <a:gd fmla="*/ 150019 h 295276" name="TY61"/>
              <a:gd fmla="*/ 150019 w 295276" name="TX62"/>
              <a:gd fmla="*/ 197644 h 295276" name="TY62"/>
              <a:gd fmla="*/ 226314 w 295276" name="TX64"/>
              <a:gd fmla="*/ 56579 h 295276" name="TY64"/>
              <a:gd fmla="*/ 209169 w 295276" name="TX65"/>
              <a:gd fmla="*/ 73723 h 295276" name="TY65"/>
              <a:gd fmla="*/ 226314 w 295276" name="TX66"/>
              <a:gd fmla="*/ 90869 h 295276" name="TY66"/>
              <a:gd fmla="*/ 243459 w 295276" name="TX67"/>
              <a:gd fmla="*/ 73723 h 295276" name="TY67"/>
              <a:gd fmla="*/ 226314 w 295276" name="TX68"/>
              <a:gd fmla="*/ 56579 h 295276" name="TY68"/>
            </a:gdLst>
            <a:cxnLst>
              <a:cxn ang="0">
                <a:pos x="TX0" y="TY0"/>
              </a:cxn>
              <a:cxn ang="0">
                <a:pos x="TX1" y="TY1"/>
              </a:cxn>
              <a:cxn ang="0">
                <a:pos x="TX2" y="TY2"/>
              </a:cxn>
              <a:cxn ang="0">
                <a:pos x="TX3" y="TY3"/>
              </a:cxn>
              <a:cxn ang="0">
                <a:pos x="TX4" y="TY4"/>
              </a:cxn>
              <a:cxn ang="0">
                <a:pos x="TX5" y="TY5"/>
              </a:cxn>
              <a:cxn ang="0">
                <a:pos x="TX6" y="TY6"/>
              </a:cxn>
              <a:cxn ang="0">
                <a:pos x="TX7" y="TY7"/>
              </a:cxn>
              <a:cxn ang="0">
                <a:pos x="TX8" y="TY8"/>
              </a:cxn>
              <a:cxn ang="0">
                <a:pos x="TX9" y="TY9"/>
              </a:cxn>
              <a:cxn ang="0">
                <a:pos x="TX10" y="TY10"/>
              </a:cxn>
              <a:cxn ang="0">
                <a:pos x="TX11" y="TY11"/>
              </a:cxn>
              <a:cxn ang="0">
                <a:pos x="TX12" y="TY12"/>
              </a:cxn>
              <a:cxn ang="0">
                <a:pos x="TX13" y="TY13"/>
              </a:cxn>
              <a:cxn ang="0">
                <a:pos x="TX14" y="TY14"/>
              </a:cxn>
              <a:cxn ang="0">
                <a:pos x="TX15" y="TY15"/>
              </a:cxn>
              <a:cxn ang="0">
                <a:pos x="TX16" y="TY16"/>
              </a:cxn>
              <a:cxn ang="0">
                <a:pos x="TX17" y="TY17"/>
              </a:cxn>
              <a:cxn ang="0">
                <a:pos x="TX18" y="TY18"/>
              </a:cxn>
              <a:cxn ang="0">
                <a:pos x="TX19" y="TY19"/>
              </a:cxn>
              <a:cxn ang="0">
                <a:pos x="TX20" y="TY20"/>
              </a:cxn>
              <a:cxn ang="0">
                <a:pos x="TX21" y="TY21"/>
              </a:cxn>
              <a:cxn ang="0">
                <a:pos x="TX22" y="TY22"/>
              </a:cxn>
              <a:cxn ang="0">
                <a:pos x="TX23" y="TY23"/>
              </a:cxn>
              <a:cxn ang="0">
                <a:pos x="TX24" y="TY24"/>
              </a:cxn>
              <a:cxn ang="0">
                <a:pos x="TX26" y="TY26"/>
              </a:cxn>
              <a:cxn ang="0">
                <a:pos x="TX27" y="TY27"/>
              </a:cxn>
              <a:cxn ang="0">
                <a:pos x="TX28" y="TY28"/>
              </a:cxn>
              <a:cxn ang="0">
                <a:pos x="TX29" y="TY29"/>
              </a:cxn>
              <a:cxn ang="0">
                <a:pos x="TX30" y="TY30"/>
              </a:cxn>
              <a:cxn ang="0">
                <a:pos x="TX31" y="TY31"/>
              </a:cxn>
              <a:cxn ang="0">
                <a:pos x="TX32" y="TY32"/>
              </a:cxn>
              <a:cxn ang="0">
                <a:pos x="TX33" y="TY33"/>
              </a:cxn>
              <a:cxn ang="0">
                <a:pos x="TX34" y="TY34"/>
              </a:cxn>
              <a:cxn ang="0">
                <a:pos x="TX35" y="TY35"/>
              </a:cxn>
              <a:cxn ang="0">
                <a:pos x="TX36" y="TY36"/>
              </a:cxn>
              <a:cxn ang="0">
                <a:pos x="TX37" y="TY37"/>
              </a:cxn>
              <a:cxn ang="0">
                <a:pos x="TX38" y="TY38"/>
              </a:cxn>
              <a:cxn ang="0">
                <a:pos x="TX39" y="TY39"/>
              </a:cxn>
              <a:cxn ang="0">
                <a:pos x="TX40" y="TY40"/>
              </a:cxn>
              <a:cxn ang="0">
                <a:pos x="TX41" y="TY41"/>
              </a:cxn>
              <a:cxn ang="0">
                <a:pos x="TX42" y="TY42"/>
              </a:cxn>
              <a:cxn ang="0">
                <a:pos x="TX43" y="TY43"/>
              </a:cxn>
              <a:cxn ang="0">
                <a:pos x="TX44" y="TY44"/>
              </a:cxn>
              <a:cxn ang="0">
                <a:pos x="TX45" y="TY45"/>
              </a:cxn>
              <a:cxn ang="0">
                <a:pos x="TX46" y="TY46"/>
              </a:cxn>
              <a:cxn ang="0">
                <a:pos x="TX47" y="TY47"/>
              </a:cxn>
              <a:cxn ang="0">
                <a:pos x="TX48" y="TY48"/>
              </a:cxn>
              <a:cxn ang="0">
                <a:pos x="TX49" y="TY49"/>
              </a:cxn>
              <a:cxn ang="0">
                <a:pos x="TX50" y="TY50"/>
              </a:cxn>
              <a:cxn ang="0">
                <a:pos x="TX52" y="TY52"/>
              </a:cxn>
              <a:cxn ang="0">
                <a:pos x="TX53" y="TY53"/>
              </a:cxn>
              <a:cxn ang="0">
                <a:pos x="TX54" y="TY54"/>
              </a:cxn>
              <a:cxn ang="0">
                <a:pos x="TX55" y="TY55"/>
              </a:cxn>
              <a:cxn ang="0">
                <a:pos x="TX56" y="TY56"/>
              </a:cxn>
              <a:cxn ang="0">
                <a:pos x="TX58" y="TY58"/>
              </a:cxn>
              <a:cxn ang="0">
                <a:pos x="TX59" y="TY59"/>
              </a:cxn>
              <a:cxn ang="0">
                <a:pos x="TX60" y="TY60"/>
              </a:cxn>
              <a:cxn ang="0">
                <a:pos x="TX61" y="TY61"/>
              </a:cxn>
              <a:cxn ang="0">
                <a:pos x="TX62" y="TY62"/>
              </a:cxn>
              <a:cxn ang="0">
                <a:pos x="TX64" y="TY64"/>
              </a:cxn>
              <a:cxn ang="0">
                <a:pos x="TX65" y="TY65"/>
              </a:cxn>
              <a:cxn ang="0">
                <a:pos x="TX66" y="TY66"/>
              </a:cxn>
              <a:cxn ang="0">
                <a:pos x="TX67" y="TY67"/>
              </a:cxn>
              <a:cxn ang="0">
                <a:pos x="TX68" y="TY68"/>
              </a:cxn>
            </a:cxnLst>
            <a:rect l="l" t="t" r="r" b="b"/>
            <a:pathLst>
              <a:path w="295276" h="295276">
                <a:moveTo>
                  <a:pt x="150019" y="32861"/>
                </a:moveTo>
                <a:cubicBezTo>
                  <a:pt x="188214" y="32861"/>
                  <a:pt x="192691" y="33052"/>
                  <a:pt x="207740" y="33719"/>
                </a:cubicBezTo>
                <a:cubicBezTo>
                  <a:pt x="221647" y="34385"/>
                  <a:pt x="229267" y="36671"/>
                  <a:pt x="234315" y="38672"/>
                </a:cubicBezTo>
                <a:cubicBezTo>
                  <a:pt x="240983" y="41243"/>
                  <a:pt x="245745" y="44387"/>
                  <a:pt x="250698" y="49340"/>
                </a:cubicBezTo>
                <a:cubicBezTo>
                  <a:pt x="255651" y="54293"/>
                  <a:pt x="258794" y="59055"/>
                  <a:pt x="261366" y="65723"/>
                </a:cubicBezTo>
                <a:cubicBezTo>
                  <a:pt x="263366" y="70771"/>
                  <a:pt x="265652" y="78296"/>
                  <a:pt x="266319" y="92297"/>
                </a:cubicBezTo>
                <a:cubicBezTo>
                  <a:pt x="266986" y="107347"/>
                  <a:pt x="267176" y="111919"/>
                  <a:pt x="267176" y="150019"/>
                </a:cubicBezTo>
                <a:cubicBezTo>
                  <a:pt x="267176" y="188119"/>
                  <a:pt x="266986" y="192691"/>
                  <a:pt x="266319" y="207740"/>
                </a:cubicBezTo>
                <a:cubicBezTo>
                  <a:pt x="265652" y="221647"/>
                  <a:pt x="263366" y="229267"/>
                  <a:pt x="261366" y="234315"/>
                </a:cubicBezTo>
                <a:cubicBezTo>
                  <a:pt x="258794" y="240982"/>
                  <a:pt x="255651" y="245745"/>
                  <a:pt x="250698" y="250698"/>
                </a:cubicBezTo>
                <a:cubicBezTo>
                  <a:pt x="245745" y="255651"/>
                  <a:pt x="240983" y="258794"/>
                  <a:pt x="234315" y="261366"/>
                </a:cubicBezTo>
                <a:cubicBezTo>
                  <a:pt x="229267" y="263366"/>
                  <a:pt x="221742" y="265652"/>
                  <a:pt x="207740" y="266319"/>
                </a:cubicBezTo>
                <a:cubicBezTo>
                  <a:pt x="192691" y="266986"/>
                  <a:pt x="188119" y="267176"/>
                  <a:pt x="150019" y="267176"/>
                </a:cubicBezTo>
                <a:cubicBezTo>
                  <a:pt x="111919" y="267176"/>
                  <a:pt x="107347" y="266986"/>
                  <a:pt x="92297" y="266319"/>
                </a:cubicBezTo>
                <a:cubicBezTo>
                  <a:pt x="78391" y="265652"/>
                  <a:pt x="70771" y="263366"/>
                  <a:pt x="65723" y="261366"/>
                </a:cubicBezTo>
                <a:cubicBezTo>
                  <a:pt x="59055" y="258794"/>
                  <a:pt x="54293" y="255651"/>
                  <a:pt x="49340" y="250698"/>
                </a:cubicBezTo>
                <a:cubicBezTo>
                  <a:pt x="44387" y="245745"/>
                  <a:pt x="41243" y="240982"/>
                  <a:pt x="38672" y="234315"/>
                </a:cubicBezTo>
                <a:cubicBezTo>
                  <a:pt x="36671" y="229267"/>
                  <a:pt x="34385" y="221742"/>
                  <a:pt x="33719" y="207740"/>
                </a:cubicBezTo>
                <a:cubicBezTo>
                  <a:pt x="33052" y="192691"/>
                  <a:pt x="32861" y="188119"/>
                  <a:pt x="32861" y="150019"/>
                </a:cubicBezTo>
                <a:cubicBezTo>
                  <a:pt x="32861" y="111919"/>
                  <a:pt x="33052" y="107347"/>
                  <a:pt x="33719" y="92297"/>
                </a:cubicBezTo>
                <a:cubicBezTo>
                  <a:pt x="34385" y="78391"/>
                  <a:pt x="36671" y="70771"/>
                  <a:pt x="38672" y="65723"/>
                </a:cubicBezTo>
                <a:cubicBezTo>
                  <a:pt x="41243" y="59055"/>
                  <a:pt x="44387" y="54293"/>
                  <a:pt x="49340" y="49340"/>
                </a:cubicBezTo>
                <a:cubicBezTo>
                  <a:pt x="54293" y="44387"/>
                  <a:pt x="59055" y="41243"/>
                  <a:pt x="65723" y="38672"/>
                </a:cubicBezTo>
                <a:cubicBezTo>
                  <a:pt x="70771" y="36671"/>
                  <a:pt x="78296" y="34385"/>
                  <a:pt x="92297" y="33719"/>
                </a:cubicBezTo>
                <a:cubicBezTo>
                  <a:pt x="107347" y="33052"/>
                  <a:pt x="111919" y="32861"/>
                  <a:pt x="150019" y="32861"/>
                </a:cubicBezTo>
                <a:close/>
                <a:moveTo>
                  <a:pt x="150019" y="7144"/>
                </a:moveTo>
                <a:cubicBezTo>
                  <a:pt x="111252" y="7144"/>
                  <a:pt x="106394" y="7334"/>
                  <a:pt x="91154" y="8001"/>
                </a:cubicBezTo>
                <a:cubicBezTo>
                  <a:pt x="75914" y="8668"/>
                  <a:pt x="65532" y="11144"/>
                  <a:pt x="56483" y="14669"/>
                </a:cubicBezTo>
                <a:cubicBezTo>
                  <a:pt x="47054" y="18288"/>
                  <a:pt x="39148" y="23241"/>
                  <a:pt x="31147" y="31147"/>
                </a:cubicBezTo>
                <a:cubicBezTo>
                  <a:pt x="23241" y="39052"/>
                  <a:pt x="18288" y="47054"/>
                  <a:pt x="14669" y="56483"/>
                </a:cubicBezTo>
                <a:cubicBezTo>
                  <a:pt x="11144" y="65532"/>
                  <a:pt x="8763" y="75914"/>
                  <a:pt x="8001" y="91154"/>
                </a:cubicBezTo>
                <a:cubicBezTo>
                  <a:pt x="7334" y="106394"/>
                  <a:pt x="7144" y="111252"/>
                  <a:pt x="7144" y="150019"/>
                </a:cubicBezTo>
                <a:cubicBezTo>
                  <a:pt x="7144" y="188786"/>
                  <a:pt x="7334" y="193643"/>
                  <a:pt x="8001" y="208883"/>
                </a:cubicBezTo>
                <a:cubicBezTo>
                  <a:pt x="8668" y="224123"/>
                  <a:pt x="11144" y="234506"/>
                  <a:pt x="14669" y="243554"/>
                </a:cubicBezTo>
                <a:cubicBezTo>
                  <a:pt x="18288" y="252984"/>
                  <a:pt x="23241" y="260890"/>
                  <a:pt x="31147" y="268891"/>
                </a:cubicBezTo>
                <a:cubicBezTo>
                  <a:pt x="39053" y="276797"/>
                  <a:pt x="47054" y="281749"/>
                  <a:pt x="56483" y="285369"/>
                </a:cubicBezTo>
                <a:cubicBezTo>
                  <a:pt x="65532" y="288893"/>
                  <a:pt x="75914" y="291274"/>
                  <a:pt x="91154" y="292036"/>
                </a:cubicBezTo>
                <a:cubicBezTo>
                  <a:pt x="106394" y="292703"/>
                  <a:pt x="111252" y="292894"/>
                  <a:pt x="150019" y="292894"/>
                </a:cubicBezTo>
                <a:cubicBezTo>
                  <a:pt x="188786" y="292894"/>
                  <a:pt x="193643" y="292703"/>
                  <a:pt x="208883" y="292036"/>
                </a:cubicBezTo>
                <a:cubicBezTo>
                  <a:pt x="224123" y="291370"/>
                  <a:pt x="234506" y="288893"/>
                  <a:pt x="243554" y="285369"/>
                </a:cubicBezTo>
                <a:cubicBezTo>
                  <a:pt x="252984" y="281749"/>
                  <a:pt x="260890" y="276797"/>
                  <a:pt x="268891" y="268891"/>
                </a:cubicBezTo>
                <a:cubicBezTo>
                  <a:pt x="276797" y="260985"/>
                  <a:pt x="281750" y="252984"/>
                  <a:pt x="285369" y="243554"/>
                </a:cubicBezTo>
                <a:cubicBezTo>
                  <a:pt x="288893" y="234506"/>
                  <a:pt x="291275" y="224123"/>
                  <a:pt x="292037" y="208883"/>
                </a:cubicBezTo>
                <a:cubicBezTo>
                  <a:pt x="292703" y="193643"/>
                  <a:pt x="292894" y="188786"/>
                  <a:pt x="292894" y="150019"/>
                </a:cubicBezTo>
                <a:cubicBezTo>
                  <a:pt x="292894" y="111252"/>
                  <a:pt x="292703" y="106394"/>
                  <a:pt x="292037" y="91154"/>
                </a:cubicBezTo>
                <a:cubicBezTo>
                  <a:pt x="291370" y="75914"/>
                  <a:pt x="288893" y="65532"/>
                  <a:pt x="285369" y="56483"/>
                </a:cubicBezTo>
                <a:cubicBezTo>
                  <a:pt x="281750" y="47054"/>
                  <a:pt x="276797" y="39148"/>
                  <a:pt x="268891" y="31147"/>
                </a:cubicBezTo>
                <a:cubicBezTo>
                  <a:pt x="260985" y="23241"/>
                  <a:pt x="252984" y="18288"/>
                  <a:pt x="243554" y="14669"/>
                </a:cubicBezTo>
                <a:cubicBezTo>
                  <a:pt x="234506" y="11144"/>
                  <a:pt x="224123" y="8763"/>
                  <a:pt x="208883" y="8001"/>
                </a:cubicBezTo>
                <a:cubicBezTo>
                  <a:pt x="193643" y="7334"/>
                  <a:pt x="188786" y="7144"/>
                  <a:pt x="150019" y="7144"/>
                </a:cubicBezTo>
                <a:close/>
                <a:moveTo>
                  <a:pt x="150019" y="76676"/>
                </a:moveTo>
                <a:cubicBezTo>
                  <a:pt x="109538" y="76676"/>
                  <a:pt x="76676" y="109538"/>
                  <a:pt x="76676" y="150019"/>
                </a:cubicBezTo>
                <a:cubicBezTo>
                  <a:pt x="76676" y="190500"/>
                  <a:pt x="109538" y="223361"/>
                  <a:pt x="150019" y="223361"/>
                </a:cubicBezTo>
                <a:cubicBezTo>
                  <a:pt x="190500" y="223361"/>
                  <a:pt x="223361" y="190500"/>
                  <a:pt x="223361" y="150019"/>
                </a:cubicBezTo>
                <a:cubicBezTo>
                  <a:pt x="223361" y="109538"/>
                  <a:pt x="190500" y="76676"/>
                  <a:pt x="150019" y="76676"/>
                </a:cubicBezTo>
                <a:close/>
                <a:moveTo>
                  <a:pt x="150019" y="197644"/>
                </a:moveTo>
                <a:cubicBezTo>
                  <a:pt x="123730" y="197644"/>
                  <a:pt x="102394" y="176308"/>
                  <a:pt x="102394" y="150019"/>
                </a:cubicBezTo>
                <a:cubicBezTo>
                  <a:pt x="102394" y="123730"/>
                  <a:pt x="123730" y="102394"/>
                  <a:pt x="150019" y="102394"/>
                </a:cubicBezTo>
                <a:cubicBezTo>
                  <a:pt x="176308" y="102394"/>
                  <a:pt x="197644" y="123730"/>
                  <a:pt x="197644" y="150019"/>
                </a:cubicBezTo>
                <a:cubicBezTo>
                  <a:pt x="197644" y="176308"/>
                  <a:pt x="176308" y="197644"/>
                  <a:pt x="150019" y="197644"/>
                </a:cubicBezTo>
                <a:close/>
                <a:moveTo>
                  <a:pt x="226314" y="56579"/>
                </a:moveTo>
                <a:cubicBezTo>
                  <a:pt x="216884" y="56579"/>
                  <a:pt x="209169" y="64294"/>
                  <a:pt x="209169" y="73723"/>
                </a:cubicBezTo>
                <a:cubicBezTo>
                  <a:pt x="209169" y="83153"/>
                  <a:pt x="216884" y="90869"/>
                  <a:pt x="226314" y="90869"/>
                </a:cubicBezTo>
                <a:cubicBezTo>
                  <a:pt x="235744" y="90869"/>
                  <a:pt x="243459" y="83153"/>
                  <a:pt x="243459" y="73723"/>
                </a:cubicBezTo>
                <a:cubicBezTo>
                  <a:pt x="243459" y="64294"/>
                  <a:pt x="235744" y="56579"/>
                  <a:pt x="226314" y="56579"/>
                </a:cubicBezTo>
                <a:close/>
              </a:path>
            </a:pathLst>
          </a:custGeom>
          <a:solidFill>
            <a:srgbClr val="2F3645"/>
          </a:solidFill>
          <a:ln>
            <a:noFill/>
            <a:prstDash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endParaRPr lang="ko-KR" altLang="en-US"/>
          </a:p>
        </p:txBody>
      </p:sp>
      <p:grpSp>
        <p:nvGrpSpPr>
          <p:cNvPr id="61" name="그룹 16"/>
          <p:cNvGrpSpPr>
            <a:grpSpLocks/>
          </p:cNvGrpSpPr>
          <p:nvPr/>
        </p:nvGrpSpPr>
        <p:grpSpPr>
          <a:xfrm rot="0">
            <a:off x="6339840" y="5093970"/>
            <a:ext cx="295910" cy="295910"/>
            <a:chOff x="6339840" y="5093970"/>
            <a:chExt cx="295910" cy="295910"/>
          </a:xfrm>
        </p:grpSpPr>
        <p:sp>
          <p:nvSpPr>
            <p:cNvPr id="62" name="도형 14"/>
            <p:cNvSpPr>
              <a:spLocks/>
            </p:cNvSpPr>
            <p:nvPr/>
          </p:nvSpPr>
          <p:spPr>
            <a:xfrm rot="0">
              <a:off x="6339840" y="5093970"/>
              <a:ext cx="295910" cy="295910"/>
            </a:xfrm>
            <a:custGeom>
              <a:gdLst>
                <a:gd fmla="*/ 292894 w 295276" name="TX0"/>
                <a:gd fmla="*/ 150019 h 295276" name="TY0"/>
                <a:gd fmla="*/ 150019 w 295276" name="TX1"/>
                <a:gd fmla="*/ 7144 h 295276" name="TY1"/>
                <a:gd fmla="*/ 7144 w 295276" name="TX2"/>
                <a:gd fmla="*/ 150019 h 295276" name="TY2"/>
                <a:gd fmla="*/ 115538 w 295276" name="TX3"/>
                <a:gd fmla="*/ 288703 h 295276" name="TY3"/>
                <a:gd fmla="*/ 115538 w 295276" name="TX4"/>
                <a:gd fmla="*/ 193739 h 295276" name="TY4"/>
                <a:gd fmla="*/ 86106 w 295276" name="TX5"/>
                <a:gd fmla="*/ 193739 h 295276" name="TY5"/>
                <a:gd fmla="*/ 86106 w 295276" name="TX6"/>
                <a:gd fmla="*/ 150114 h 295276" name="TY6"/>
                <a:gd fmla="*/ 115538 w 295276" name="TX7"/>
                <a:gd fmla="*/ 150114 h 295276" name="TY7"/>
                <a:gd fmla="*/ 115538 w 295276" name="TX8"/>
                <a:gd fmla="*/ 131254 h 295276" name="TY8"/>
                <a:gd fmla="*/ 185261 w 295276" name="TX9"/>
                <a:gd fmla="*/ 60103 h 295276" name="TY9"/>
                <a:gd fmla="*/ 216313 w 295276" name="TX10"/>
                <a:gd fmla="*/ 63627 h 295276" name="TY10"/>
                <a:gd fmla="*/ 216313 w 295276" name="TX11"/>
                <a:gd fmla="*/ 103251 h 295276" name="TY11"/>
                <a:gd fmla="*/ 199835 w 295276" name="TX12"/>
                <a:gd fmla="*/ 102679 h 295276" name="TY12"/>
                <a:gd fmla="*/ 167354 w 295276" name="TX13"/>
                <a:gd fmla="*/ 134588 h 295276" name="TY13"/>
                <a:gd fmla="*/ 167354 w 295276" name="TX14"/>
                <a:gd fmla="*/ 150019 h 295276" name="TY14"/>
                <a:gd fmla="*/ 214027 w 295276" name="TX15"/>
                <a:gd fmla="*/ 150019 h 295276" name="TY15"/>
                <a:gd fmla="*/ 206026 w 295276" name="TX16"/>
                <a:gd fmla="*/ 193643 h 295276" name="TY16"/>
                <a:gd fmla="*/ 167354 w 295276" name="TX17"/>
                <a:gd fmla="*/ 193643 h 295276" name="TY17"/>
                <a:gd fmla="*/ 167354 w 295276" name="TX18"/>
                <a:gd fmla="*/ 291846 h 295276" name="TY18"/>
                <a:gd fmla="*/ 292894 w 295276" name="TX19"/>
                <a:gd fmla="*/ 150019 h 295276" name="TY19"/>
              </a:gdLst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  <a:cxn ang="0">
                  <a:pos x="TX7" y="TY7"/>
                </a:cxn>
                <a:cxn ang="0">
                  <a:pos x="TX8" y="TY8"/>
                </a:cxn>
                <a:cxn ang="0">
                  <a:pos x="TX9" y="TY9"/>
                </a:cxn>
                <a:cxn ang="0">
                  <a:pos x="TX10" y="TY10"/>
                </a:cxn>
                <a:cxn ang="0">
                  <a:pos x="TX11" y="TY11"/>
                </a:cxn>
                <a:cxn ang="0">
                  <a:pos x="TX12" y="TY12"/>
                </a:cxn>
                <a:cxn ang="0">
                  <a:pos x="TX13" y="TY13"/>
                </a:cxn>
                <a:cxn ang="0">
                  <a:pos x="TX14" y="TY14"/>
                </a:cxn>
                <a:cxn ang="0">
                  <a:pos x="TX15" y="TY15"/>
                </a:cxn>
                <a:cxn ang="0">
                  <a:pos x="TX16" y="TY16"/>
                </a:cxn>
                <a:cxn ang="0">
                  <a:pos x="TX17" y="TY17"/>
                </a:cxn>
                <a:cxn ang="0">
                  <a:pos x="TX18" y="TY18"/>
                </a:cxn>
                <a:cxn ang="0">
                  <a:pos x="TX19" y="TY19"/>
                </a:cxn>
              </a:cxnLst>
              <a:rect l="l" t="t" r="r" b="b"/>
              <a:pathLst>
                <a:path w="295276" h="295276">
                  <a:moveTo>
                    <a:pt x="292894" y="150019"/>
                  </a:moveTo>
                  <a:cubicBezTo>
                    <a:pt x="292894" y="71152"/>
                    <a:pt x="228886" y="7144"/>
                    <a:pt x="150019" y="7144"/>
                  </a:cubicBezTo>
                  <a:cubicBezTo>
                    <a:pt x="71152" y="7144"/>
                    <a:pt x="7144" y="71152"/>
                    <a:pt x="7144" y="150019"/>
                  </a:cubicBezTo>
                  <a:cubicBezTo>
                    <a:pt x="7144" y="216980"/>
                    <a:pt x="53245" y="273272"/>
                    <a:pt x="115538" y="288703"/>
                  </a:cubicBezTo>
                  <a:lnTo>
                    <a:pt x="115538" y="193739"/>
                  </a:lnTo>
                  <a:lnTo>
                    <a:pt x="86106" y="193739"/>
                  </a:lnTo>
                  <a:lnTo>
                    <a:pt x="86106" y="150114"/>
                  </a:lnTo>
                  <a:lnTo>
                    <a:pt x="115538" y="150114"/>
                  </a:lnTo>
                  <a:lnTo>
                    <a:pt x="115538" y="131254"/>
                  </a:lnTo>
                  <a:cubicBezTo>
                    <a:pt x="115538" y="82582"/>
                    <a:pt x="137541" y="60103"/>
                    <a:pt x="185261" y="60103"/>
                  </a:cubicBezTo>
                  <a:cubicBezTo>
                    <a:pt x="194310" y="60103"/>
                    <a:pt x="209931" y="61913"/>
                    <a:pt x="216313" y="63627"/>
                  </a:cubicBezTo>
                  <a:lnTo>
                    <a:pt x="216313" y="103251"/>
                  </a:lnTo>
                  <a:cubicBezTo>
                    <a:pt x="212979" y="102870"/>
                    <a:pt x="207073" y="102679"/>
                    <a:pt x="199835" y="102679"/>
                  </a:cubicBezTo>
                  <a:cubicBezTo>
                    <a:pt x="176403" y="102679"/>
                    <a:pt x="167354" y="111538"/>
                    <a:pt x="167354" y="134588"/>
                  </a:cubicBezTo>
                  <a:lnTo>
                    <a:pt x="167354" y="150019"/>
                  </a:lnTo>
                  <a:lnTo>
                    <a:pt x="214027" y="150019"/>
                  </a:lnTo>
                  <a:lnTo>
                    <a:pt x="206026" y="193643"/>
                  </a:lnTo>
                  <a:lnTo>
                    <a:pt x="167354" y="193643"/>
                  </a:lnTo>
                  <a:lnTo>
                    <a:pt x="167354" y="291846"/>
                  </a:lnTo>
                  <a:cubicBezTo>
                    <a:pt x="238125" y="283273"/>
                    <a:pt x="292894" y="223076"/>
                    <a:pt x="292894" y="150019"/>
                  </a:cubicBezTo>
                  <a:close/>
                </a:path>
              </a:pathLst>
            </a:custGeom>
            <a:solidFill>
              <a:srgbClr val="2F3645"/>
            </a:solidFill>
            <a:ln>
              <a:noFill/>
              <a:prstDash/>
            </a:ln>
          </p:spPr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>
                <a:buFontTx/>
                <a:buNone/>
              </a:pPr>
              <a:endParaRPr lang="ko-KR" altLang="en-US"/>
            </a:p>
          </p:txBody>
        </p:sp>
        <p:sp>
          <p:nvSpPr>
            <p:cNvPr id="63" name="도형 15"/>
            <p:cNvSpPr>
              <a:spLocks/>
            </p:cNvSpPr>
            <p:nvPr/>
          </p:nvSpPr>
          <p:spPr>
            <a:xfrm rot="0">
              <a:off x="6418580" y="5146675"/>
              <a:ext cx="143510" cy="238760"/>
            </a:xfrm>
            <a:custGeom>
              <a:gdLst>
                <a:gd fmla="*/ 127063 w 142876" name="TX0"/>
                <a:gd fmla="*/ 140684 h 238126" name="TY0"/>
                <a:gd fmla="*/ 135064 w 142876" name="TX1"/>
                <a:gd fmla="*/ 97060 h 238126" name="TY1"/>
                <a:gd fmla="*/ 88392 w 142876" name="TX2"/>
                <a:gd fmla="*/ 97060 h 238126" name="TY2"/>
                <a:gd fmla="*/ 88392 w 142876" name="TX3"/>
                <a:gd fmla="*/ 81629 h 238126" name="TY3"/>
                <a:gd fmla="*/ 120872 w 142876" name="TX4"/>
                <a:gd fmla="*/ 49720 h 238126" name="TY4"/>
                <a:gd fmla="*/ 137351 w 142876" name="TX5"/>
                <a:gd fmla="*/ 50292 h 238126" name="TY5"/>
                <a:gd fmla="*/ 137351 w 142876" name="TX6"/>
                <a:gd fmla="*/ 10668 h 238126" name="TY6"/>
                <a:gd fmla="*/ 106299 w 142876" name="TX7"/>
                <a:gd fmla="*/ 7144 h 238126" name="TY7"/>
                <a:gd fmla="*/ 36576 w 142876" name="TX8"/>
                <a:gd fmla="*/ 78295 h 238126" name="TY8"/>
                <a:gd fmla="*/ 36576 w 142876" name="TX9"/>
                <a:gd fmla="*/ 97155 h 238126" name="TY9"/>
                <a:gd fmla="*/ 7144 w 142876" name="TX10"/>
                <a:gd fmla="*/ 97155 h 238126" name="TY10"/>
                <a:gd fmla="*/ 7144 w 142876" name="TX11"/>
                <a:gd fmla="*/ 140779 h 238126" name="TY11"/>
                <a:gd fmla="*/ 36576 w 142876" name="TX12"/>
                <a:gd fmla="*/ 140779 h 238126" name="TY12"/>
                <a:gd fmla="*/ 36576 w 142876" name="TX13"/>
                <a:gd fmla="*/ 235744 h 238126" name="TY13"/>
                <a:gd fmla="*/ 71056 w 142876" name="TX14"/>
                <a:gd fmla="*/ 239935 h 238126" name="TY14"/>
                <a:gd fmla="*/ 88392 w 142876" name="TX15"/>
                <a:gd fmla="*/ 238887 h 238126" name="TY15"/>
                <a:gd fmla="*/ 88392 w 142876" name="TX16"/>
                <a:gd fmla="*/ 140684 h 238126" name="TY16"/>
                <a:gd fmla="*/ 127063 w 142876" name="TX17"/>
                <a:gd fmla="*/ 140684 h 238126" name="TY17"/>
              </a:gdLst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  <a:cxn ang="0">
                  <a:pos x="TX7" y="TY7"/>
                </a:cxn>
                <a:cxn ang="0">
                  <a:pos x="TX8" y="TY8"/>
                </a:cxn>
                <a:cxn ang="0">
                  <a:pos x="TX9" y="TY9"/>
                </a:cxn>
                <a:cxn ang="0">
                  <a:pos x="TX10" y="TY10"/>
                </a:cxn>
                <a:cxn ang="0">
                  <a:pos x="TX11" y="TY11"/>
                </a:cxn>
                <a:cxn ang="0">
                  <a:pos x="TX12" y="TY12"/>
                </a:cxn>
                <a:cxn ang="0">
                  <a:pos x="TX13" y="TY13"/>
                </a:cxn>
                <a:cxn ang="0">
                  <a:pos x="TX14" y="TY14"/>
                </a:cxn>
                <a:cxn ang="0">
                  <a:pos x="TX15" y="TY15"/>
                </a:cxn>
                <a:cxn ang="0">
                  <a:pos x="TX16" y="TY16"/>
                </a:cxn>
                <a:cxn ang="0">
                  <a:pos x="TX17" y="TY17"/>
                </a:cxn>
              </a:cxnLst>
              <a:rect l="l" t="t" r="r" b="b"/>
              <a:pathLst>
                <a:path w="142876" h="238126">
                  <a:moveTo>
                    <a:pt x="127063" y="140684"/>
                  </a:moveTo>
                  <a:lnTo>
                    <a:pt x="135064" y="97060"/>
                  </a:lnTo>
                  <a:lnTo>
                    <a:pt x="88392" y="97060"/>
                  </a:lnTo>
                  <a:lnTo>
                    <a:pt x="88392" y="81629"/>
                  </a:lnTo>
                  <a:cubicBezTo>
                    <a:pt x="88392" y="58579"/>
                    <a:pt x="97441" y="49720"/>
                    <a:pt x="120872" y="49720"/>
                  </a:cubicBezTo>
                  <a:cubicBezTo>
                    <a:pt x="128111" y="49720"/>
                    <a:pt x="134017" y="49911"/>
                    <a:pt x="137351" y="50292"/>
                  </a:cubicBezTo>
                  <a:lnTo>
                    <a:pt x="137351" y="10668"/>
                  </a:lnTo>
                  <a:cubicBezTo>
                    <a:pt x="130969" y="8858"/>
                    <a:pt x="115348" y="7144"/>
                    <a:pt x="106299" y="7144"/>
                  </a:cubicBezTo>
                  <a:cubicBezTo>
                    <a:pt x="58579" y="7144"/>
                    <a:pt x="36576" y="29718"/>
                    <a:pt x="36576" y="78295"/>
                  </a:cubicBezTo>
                  <a:lnTo>
                    <a:pt x="36576" y="97155"/>
                  </a:lnTo>
                  <a:lnTo>
                    <a:pt x="7144" y="97155"/>
                  </a:lnTo>
                  <a:lnTo>
                    <a:pt x="7144" y="140779"/>
                  </a:lnTo>
                  <a:lnTo>
                    <a:pt x="36576" y="140779"/>
                  </a:lnTo>
                  <a:lnTo>
                    <a:pt x="36576" y="235744"/>
                  </a:lnTo>
                  <a:cubicBezTo>
                    <a:pt x="47625" y="238506"/>
                    <a:pt x="59150" y="239935"/>
                    <a:pt x="71056" y="239935"/>
                  </a:cubicBezTo>
                  <a:cubicBezTo>
                    <a:pt x="76962" y="239935"/>
                    <a:pt x="82677" y="239554"/>
                    <a:pt x="88392" y="238887"/>
                  </a:cubicBezTo>
                  <a:lnTo>
                    <a:pt x="88392" y="140684"/>
                  </a:lnTo>
                  <a:lnTo>
                    <a:pt x="127063" y="14068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  <a:prstDash/>
            </a:ln>
          </p:spPr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>
                <a:buFontTx/>
                <a:buNone/>
              </a:pPr>
              <a:endParaRPr lang="ko-KR" altLang="en-US"/>
            </a:p>
          </p:txBody>
        </p:sp>
      </p:grpSp>
      <p:grpSp>
        <p:nvGrpSpPr>
          <p:cNvPr id="64" name="그룹 20"/>
          <p:cNvGrpSpPr>
            <a:grpSpLocks/>
          </p:cNvGrpSpPr>
          <p:nvPr/>
        </p:nvGrpSpPr>
        <p:grpSpPr>
          <a:xfrm rot="0">
            <a:off x="6339840" y="3758565"/>
            <a:ext cx="295910" cy="314960"/>
            <a:chOff x="6339840" y="3758565"/>
            <a:chExt cx="295910" cy="314960"/>
          </a:xfrm>
        </p:grpSpPr>
        <p:sp>
          <p:nvSpPr>
            <p:cNvPr id="65" name="도형 17"/>
            <p:cNvSpPr>
              <a:spLocks/>
            </p:cNvSpPr>
            <p:nvPr/>
          </p:nvSpPr>
          <p:spPr>
            <a:xfrm rot="0">
              <a:off x="6339840" y="3758565"/>
              <a:ext cx="295910" cy="314960"/>
            </a:xfrm>
            <a:custGeom>
              <a:gdLst>
                <a:gd fmla="*/ 150019 w 295276" name="TX0"/>
                <a:gd fmla="*/ 7144 h 314326" name="TY0"/>
                <a:gd fmla="*/ 7144 w 295276" name="TX1"/>
                <a:gd fmla="*/ 139256 h 314326" name="TY1"/>
                <a:gd fmla="*/ 60674 w 295276" name="TX2"/>
                <a:gd fmla="*/ 242316 h 314326" name="TY2"/>
                <a:gd fmla="*/ 60865 w 295276" name="TX3"/>
                <a:gd fmla="*/ 242316 h 314326" name="TY3"/>
                <a:gd fmla="*/ 60865 w 295276" name="TX4"/>
                <a:gd fmla="*/ 305657 h 314326" name="TY4"/>
                <a:gd fmla="*/ 66675 w 295276" name="TX5"/>
                <a:gd fmla="*/ 308610 h 314326" name="TY5"/>
                <a:gd fmla="*/ 120872 w 295276" name="TX6"/>
                <a:gd fmla="*/ 268319 h 314326" name="TY6"/>
                <a:gd fmla="*/ 122015 w 295276" name="TX7"/>
                <a:gd fmla="*/ 268796 h 314326" name="TY7"/>
                <a:gd fmla="*/ 150114 w 295276" name="TX8"/>
                <a:gd fmla="*/ 271367 h 314326" name="TY8"/>
                <a:gd fmla="*/ 292989 w 295276" name="TX9"/>
                <a:gd fmla="*/ 139256 h 314326" name="TY9"/>
                <a:gd fmla="*/ 150114 w 295276" name="TX10"/>
                <a:gd fmla="*/ 7144 h 314326" name="TY10"/>
              </a:gdLst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  <a:cxn ang="0">
                  <a:pos x="TX7" y="TY7"/>
                </a:cxn>
                <a:cxn ang="0">
                  <a:pos x="TX8" y="TY8"/>
                </a:cxn>
                <a:cxn ang="0">
                  <a:pos x="TX9" y="TY9"/>
                </a:cxn>
                <a:cxn ang="0">
                  <a:pos x="TX10" y="TY10"/>
                </a:cxn>
              </a:cxnLst>
              <a:rect l="l" t="t" r="r" b="b"/>
              <a:pathLst>
                <a:path w="295276" h="314326">
                  <a:moveTo>
                    <a:pt x="150019" y="7144"/>
                  </a:moveTo>
                  <a:cubicBezTo>
                    <a:pt x="71152" y="7144"/>
                    <a:pt x="7144" y="66294"/>
                    <a:pt x="7144" y="139256"/>
                  </a:cubicBezTo>
                  <a:cubicBezTo>
                    <a:pt x="7144" y="193167"/>
                    <a:pt x="29718" y="218885"/>
                    <a:pt x="60674" y="242316"/>
                  </a:cubicBezTo>
                  <a:lnTo>
                    <a:pt x="60865" y="242316"/>
                  </a:lnTo>
                  <a:lnTo>
                    <a:pt x="60865" y="305657"/>
                  </a:lnTo>
                  <a:cubicBezTo>
                    <a:pt x="60865" y="308610"/>
                    <a:pt x="64294" y="310325"/>
                    <a:pt x="66675" y="308610"/>
                  </a:cubicBezTo>
                  <a:lnTo>
                    <a:pt x="120872" y="268319"/>
                  </a:lnTo>
                  <a:lnTo>
                    <a:pt x="122015" y="268796"/>
                  </a:lnTo>
                  <a:cubicBezTo>
                    <a:pt x="131064" y="270510"/>
                    <a:pt x="140494" y="271367"/>
                    <a:pt x="150114" y="271367"/>
                  </a:cubicBezTo>
                  <a:cubicBezTo>
                    <a:pt x="228981" y="271367"/>
                    <a:pt x="292989" y="212217"/>
                    <a:pt x="292989" y="139256"/>
                  </a:cubicBezTo>
                  <a:cubicBezTo>
                    <a:pt x="292989" y="66294"/>
                    <a:pt x="228981" y="7144"/>
                    <a:pt x="150114" y="7144"/>
                  </a:cubicBezTo>
                  <a:close/>
                </a:path>
              </a:pathLst>
            </a:custGeom>
            <a:solidFill>
              <a:srgbClr val="2F3645"/>
            </a:solidFill>
            <a:ln>
              <a:noFill/>
              <a:prstDash/>
            </a:ln>
          </p:spPr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>
                <a:buFontTx/>
                <a:buNone/>
              </a:pPr>
              <a:endParaRPr lang="ko-KR" altLang="en-US"/>
            </a:p>
          </p:txBody>
        </p:sp>
        <p:sp>
          <p:nvSpPr>
            <p:cNvPr id="66" name="도형 18"/>
            <p:cNvSpPr>
              <a:spLocks/>
            </p:cNvSpPr>
            <p:nvPr/>
          </p:nvSpPr>
          <p:spPr>
            <a:xfrm rot="0">
              <a:off x="6502400" y="3837305"/>
              <a:ext cx="76835" cy="114935"/>
            </a:xfrm>
            <a:custGeom>
              <a:gdLst>
                <a:gd fmla="*/ 67913 w 76201" name="TX0"/>
                <a:gd fmla="*/ 44387 h 114301" name="TY0"/>
                <a:gd fmla="*/ 75819 w 76201" name="TX1"/>
                <a:gd fmla="*/ 66770 h 114301" name="TY1"/>
                <a:gd fmla="*/ 75819 w 76201" name="TX2"/>
                <a:gd fmla="*/ 111919 h 114301" name="TY2"/>
                <a:gd fmla="*/ 56864 w 76201" name="TX3"/>
                <a:gd fmla="*/ 111919 h 114301" name="TY3"/>
                <a:gd fmla="*/ 56864 w 76201" name="TX4"/>
                <a:gd fmla="*/ 69056 h 114301" name="TY4"/>
                <a:gd fmla="*/ 42291 w 76201" name="TX5"/>
                <a:gd fmla="*/ 53912 h 114301" name="TY5"/>
                <a:gd fmla="*/ 26098 w 76201" name="TX6"/>
                <a:gd fmla="*/ 72200 h 114301" name="TY6"/>
                <a:gd fmla="*/ 26098 w 76201" name="TX7"/>
                <a:gd fmla="*/ 111919 h 114301" name="TY7"/>
                <a:gd fmla="*/ 7144 w 76201" name="TX8"/>
                <a:gd fmla="*/ 111919 h 114301" name="TY8"/>
                <a:gd fmla="*/ 7144 w 76201" name="TX9"/>
                <a:gd fmla="*/ 7144 h 114301" name="TY9"/>
                <a:gd fmla="*/ 26098 w 76201" name="TX10"/>
                <a:gd fmla="*/ 7144 h 114301" name="TY10"/>
                <a:gd fmla="*/ 26098 w 76201" name="TX11"/>
                <a:gd fmla="*/ 46577 h 114301" name="TY11"/>
                <a:gd fmla="*/ 48006 w 76201" name="TX12"/>
                <a:gd fmla="*/ 36290 h 114301" name="TY12"/>
                <a:gd fmla="*/ 67913 w 76201" name="TX13"/>
                <a:gd fmla="*/ 44387 h 114301" name="TY13"/>
              </a:gdLst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  <a:cxn ang="0">
                  <a:pos x="TX7" y="TY7"/>
                </a:cxn>
                <a:cxn ang="0">
                  <a:pos x="TX8" y="TY8"/>
                </a:cxn>
                <a:cxn ang="0">
                  <a:pos x="TX9" y="TY9"/>
                </a:cxn>
                <a:cxn ang="0">
                  <a:pos x="TX10" y="TY10"/>
                </a:cxn>
                <a:cxn ang="0">
                  <a:pos x="TX11" y="TY11"/>
                </a:cxn>
                <a:cxn ang="0">
                  <a:pos x="TX12" y="TY12"/>
                </a:cxn>
                <a:cxn ang="0">
                  <a:pos x="TX13" y="TY13"/>
                </a:cxn>
              </a:cxnLst>
              <a:rect l="l" t="t" r="r" b="b"/>
              <a:pathLst>
                <a:path w="76201" h="114301">
                  <a:moveTo>
                    <a:pt x="67913" y="44387"/>
                  </a:moveTo>
                  <a:cubicBezTo>
                    <a:pt x="73247" y="49816"/>
                    <a:pt x="75819" y="57150"/>
                    <a:pt x="75819" y="66770"/>
                  </a:cubicBezTo>
                  <a:lnTo>
                    <a:pt x="75819" y="111919"/>
                  </a:lnTo>
                  <a:lnTo>
                    <a:pt x="56864" y="111919"/>
                  </a:lnTo>
                  <a:lnTo>
                    <a:pt x="56864" y="69056"/>
                  </a:lnTo>
                  <a:cubicBezTo>
                    <a:pt x="56864" y="59150"/>
                    <a:pt x="51149" y="53912"/>
                    <a:pt x="42291" y="53912"/>
                  </a:cubicBezTo>
                  <a:cubicBezTo>
                    <a:pt x="32385" y="53912"/>
                    <a:pt x="26098" y="59912"/>
                    <a:pt x="26098" y="72200"/>
                  </a:cubicBezTo>
                  <a:lnTo>
                    <a:pt x="26098" y="111919"/>
                  </a:lnTo>
                  <a:lnTo>
                    <a:pt x="7144" y="111919"/>
                  </a:lnTo>
                  <a:lnTo>
                    <a:pt x="7144" y="7144"/>
                  </a:lnTo>
                  <a:lnTo>
                    <a:pt x="26098" y="7144"/>
                  </a:lnTo>
                  <a:lnTo>
                    <a:pt x="26098" y="46577"/>
                  </a:lnTo>
                  <a:cubicBezTo>
                    <a:pt x="30671" y="39624"/>
                    <a:pt x="38005" y="36290"/>
                    <a:pt x="48006" y="36290"/>
                  </a:cubicBezTo>
                  <a:cubicBezTo>
                    <a:pt x="56102" y="36290"/>
                    <a:pt x="62770" y="38957"/>
                    <a:pt x="67913" y="4438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  <a:prstDash/>
            </a:ln>
          </p:spPr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>
                <a:buFontTx/>
                <a:buNone/>
              </a:pPr>
              <a:endParaRPr lang="ko-KR" altLang="en-US"/>
            </a:p>
          </p:txBody>
        </p:sp>
        <p:sp>
          <p:nvSpPr>
            <p:cNvPr id="67" name="도형 19"/>
            <p:cNvSpPr>
              <a:spLocks/>
            </p:cNvSpPr>
            <p:nvPr/>
          </p:nvSpPr>
          <p:spPr>
            <a:xfrm rot="0">
              <a:off x="6381115" y="3836670"/>
              <a:ext cx="114935" cy="114935"/>
            </a:xfrm>
            <a:custGeom>
              <a:gdLst>
                <a:gd fmla="*/ 90583 w 114301" name="TX0"/>
                <a:gd fmla="*/ 72962 h 114301" name="TY0"/>
                <a:gd fmla="*/ 60960 w 114301" name="TX1"/>
                <a:gd fmla="*/ 94298 h 114301" name="TY1"/>
                <a:gd fmla="*/ 27337 w 114301" name="TX2"/>
                <a:gd fmla="*/ 60674 h 114301" name="TY2"/>
                <a:gd fmla="*/ 60960 w 114301" name="TX3"/>
                <a:gd fmla="*/ 26765 h 114301" name="TY3"/>
                <a:gd fmla="*/ 90773 w 114301" name="TX4"/>
                <a:gd fmla="*/ 49149 h 114301" name="TY4"/>
                <a:gd fmla="*/ 111442 w 114301" name="TX5"/>
                <a:gd fmla="*/ 49149 h 114301" name="TY5"/>
                <a:gd fmla="*/ 60960 w 114301" name="TX6"/>
                <a:gd fmla="*/ 7144 h 114301" name="TY6"/>
                <a:gd fmla="*/ 7144 w 114301" name="TX7"/>
                <a:gd fmla="*/ 60674 h 114301" name="TY7"/>
                <a:gd fmla="*/ 60960 w 114301" name="TX8"/>
                <a:gd fmla="*/ 114205 h 114301" name="TY8"/>
                <a:gd fmla="*/ 111252 w 114301" name="TX9"/>
                <a:gd fmla="*/ 72962 h 114301" name="TY9"/>
                <a:gd fmla="*/ 90488 w 114301" name="TX10"/>
                <a:gd fmla="*/ 72962 h 114301" name="TY10"/>
              </a:gdLst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  <a:cxn ang="0">
                  <a:pos x="TX7" y="TY7"/>
                </a:cxn>
                <a:cxn ang="0">
                  <a:pos x="TX8" y="TY8"/>
                </a:cxn>
                <a:cxn ang="0">
                  <a:pos x="TX9" y="TY9"/>
                </a:cxn>
                <a:cxn ang="0">
                  <a:pos x="TX10" y="TY10"/>
                </a:cxn>
              </a:cxnLst>
              <a:rect l="l" t="t" r="r" b="b"/>
              <a:pathLst>
                <a:path w="114301" h="114301">
                  <a:moveTo>
                    <a:pt x="90583" y="72962"/>
                  </a:moveTo>
                  <a:cubicBezTo>
                    <a:pt x="86963" y="85916"/>
                    <a:pt x="74962" y="94298"/>
                    <a:pt x="60960" y="94298"/>
                  </a:cubicBezTo>
                  <a:cubicBezTo>
                    <a:pt x="42577" y="94298"/>
                    <a:pt x="27337" y="80201"/>
                    <a:pt x="27337" y="60674"/>
                  </a:cubicBezTo>
                  <a:cubicBezTo>
                    <a:pt x="27337" y="41148"/>
                    <a:pt x="40767" y="26765"/>
                    <a:pt x="60960" y="26765"/>
                  </a:cubicBezTo>
                  <a:cubicBezTo>
                    <a:pt x="75247" y="26765"/>
                    <a:pt x="87630" y="35338"/>
                    <a:pt x="90773" y="49149"/>
                  </a:cubicBezTo>
                  <a:lnTo>
                    <a:pt x="111442" y="49149"/>
                  </a:lnTo>
                  <a:cubicBezTo>
                    <a:pt x="106585" y="23813"/>
                    <a:pt x="87058" y="7144"/>
                    <a:pt x="60960" y="7144"/>
                  </a:cubicBezTo>
                  <a:cubicBezTo>
                    <a:pt x="30956" y="7144"/>
                    <a:pt x="7144" y="29528"/>
                    <a:pt x="7144" y="60674"/>
                  </a:cubicBezTo>
                  <a:cubicBezTo>
                    <a:pt x="7144" y="91821"/>
                    <a:pt x="30956" y="114205"/>
                    <a:pt x="60960" y="114205"/>
                  </a:cubicBezTo>
                  <a:cubicBezTo>
                    <a:pt x="86773" y="114205"/>
                    <a:pt x="106204" y="97822"/>
                    <a:pt x="111252" y="72962"/>
                  </a:cubicBezTo>
                  <a:lnTo>
                    <a:pt x="90488" y="729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  <a:prstDash/>
            </a:ln>
          </p:spPr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>
                <a:buFontTx/>
                <a:buNone/>
              </a:pPr>
              <a:endParaRPr lang="ko-KR" altLang="en-US"/>
            </a:p>
          </p:txBody>
        </p:sp>
      </p:grpSp>
      <p:sp>
        <p:nvSpPr>
          <p:cNvPr id="68" name="텍스트 상자 21"/>
          <p:cNvSpPr txBox="1">
            <a:spLocks/>
          </p:cNvSpPr>
          <p:nvPr/>
        </p:nvSpPr>
        <p:spPr>
          <a:xfrm>
            <a:off x="2141220" y="3916045"/>
            <a:ext cx="3222625" cy="598805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화면 좌표가 아니라 실제 GUI객체 (클래스·속성·이름)으로 위젯 검출</a:t>
            </a:r>
            <a:endParaRPr lang="ko-KR" altLang="en-US" sz="1100">
              <a:solidFill>
                <a:srgbClr val="2F3645"/>
              </a:solidFill>
              <a:latin typeface="페이퍼로지 5 Medium" charset="0"/>
              <a:ea typeface="페이퍼로지 5 Medium" charset="0"/>
            </a:endParaRPr>
          </a:p>
          <a:p>
            <a:pPr marL="0" indent="0">
              <a:buFontTx/>
              <a:buNone/>
            </a:pPr>
            <a:r>
              <a:rPr lang="ko-KR" altLang="en-US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- 버</a:t>
            </a:r>
            <a:r>
              <a:rPr lang="ko-KR" altLang="en-US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튼 위치가 </a:t>
            </a:r>
            <a:r>
              <a:rPr lang="ko-KR" altLang="en-US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바뀌거</a:t>
            </a:r>
            <a:r>
              <a:rPr lang="ko-KR" altLang="en-US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나 창 </a:t>
            </a:r>
            <a:r>
              <a:rPr lang="ko-KR" altLang="en-US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크기</a:t>
            </a:r>
            <a:r>
              <a:rPr lang="ko-KR" altLang="en-US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가 </a:t>
            </a:r>
            <a:r>
              <a:rPr lang="ko-KR" altLang="en-US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달라져</a:t>
            </a:r>
            <a:r>
              <a:rPr lang="ko-KR" altLang="en-US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도 </a:t>
            </a:r>
            <a:r>
              <a:rPr lang="ko-KR" altLang="en-US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사</a:t>
            </a:r>
            <a:r>
              <a:rPr lang="ko-KR" altLang="en-US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용 </a:t>
            </a:r>
            <a:r>
              <a:rPr lang="ko-KR" altLang="en-US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가</a:t>
            </a:r>
            <a:r>
              <a:rPr lang="ko-KR" altLang="en-US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능</a:t>
            </a:r>
            <a:endParaRPr lang="ko-KR" altLang="en-US" sz="1100">
              <a:solidFill>
                <a:srgbClr val="2F3645"/>
              </a:solidFill>
              <a:latin typeface="페이퍼로지 5 Medium" charset="0"/>
              <a:ea typeface="페이퍼로지 5 Medium" charset="0"/>
            </a:endParaRPr>
          </a:p>
          <a:p>
            <a:pPr marL="0" indent="0">
              <a:buFontTx/>
              <a:buNone/>
            </a:pPr>
            <a:endParaRPr lang="ko-KR" altLang="en-US" sz="1100">
              <a:solidFill>
                <a:srgbClr val="2F3645"/>
              </a:solidFill>
              <a:latin typeface="페이퍼로지 5 Medium" charset="0"/>
              <a:ea typeface="페이퍼로지 5 Medium" charset="0"/>
            </a:endParaRPr>
          </a:p>
        </p:txBody>
      </p:sp>
      <p:sp>
        <p:nvSpPr>
          <p:cNvPr id="69" name="텍스트 상자 22"/>
          <p:cNvSpPr txBox="1">
            <a:spLocks/>
          </p:cNvSpPr>
          <p:nvPr/>
        </p:nvSpPr>
        <p:spPr>
          <a:xfrm>
            <a:off x="2141220" y="3682365"/>
            <a:ext cx="984885" cy="260985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ko-KR" sz="11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객체 </a:t>
            </a:r>
            <a:r>
              <a:rPr lang="ko-KR" altLang="ko-KR" sz="11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기반 인식</a:t>
            </a:r>
            <a:endParaRPr lang="ko-KR" altLang="en-US" sz="1100">
              <a:solidFill>
                <a:srgbClr val="2F3645"/>
              </a:solidFill>
              <a:latin typeface="페이퍼로지 7 Bold" charset="0"/>
              <a:ea typeface="페이퍼로지 7 Bold" charset="0"/>
            </a:endParaRPr>
          </a:p>
        </p:txBody>
      </p:sp>
      <p:sp>
        <p:nvSpPr>
          <p:cNvPr id="72" name="텍스트 상자 25"/>
          <p:cNvSpPr txBox="1">
            <a:spLocks/>
          </p:cNvSpPr>
          <p:nvPr/>
        </p:nvSpPr>
        <p:spPr>
          <a:xfrm>
            <a:off x="2141220" y="5252085"/>
            <a:ext cx="3223895" cy="429895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A</a:t>
            </a:r>
            <a:r>
              <a:rPr lang="ko-KR" altLang="en-US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UT 후킹</a:t>
            </a:r>
            <a:r>
              <a:rPr lang="ko-KR" altLang="en-US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으로 </a:t>
            </a:r>
            <a:r>
              <a:rPr lang="ko-KR" altLang="en-US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Qt 객체</a:t>
            </a:r>
            <a:r>
              <a:rPr lang="ko-KR" altLang="en-US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의 시그널</a:t>
            </a:r>
            <a:r>
              <a:rPr lang="ko-KR" altLang="en-US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·</a:t>
            </a:r>
            <a:r>
              <a:rPr lang="ko-KR" altLang="en-US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메서드에 </a:t>
            </a:r>
            <a:r>
              <a:rPr lang="ko-KR" altLang="en-US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직</a:t>
            </a:r>
            <a:r>
              <a:rPr lang="ko-KR" altLang="en-US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접 </a:t>
            </a:r>
            <a:r>
              <a:rPr lang="ko-KR" altLang="en-US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접</a:t>
            </a:r>
            <a:r>
              <a:rPr lang="ko-KR" altLang="en-US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근해</a:t>
            </a:r>
            <a:endParaRPr lang="ko-KR" altLang="en-US" sz="1100">
              <a:solidFill>
                <a:srgbClr val="2F3645"/>
              </a:solidFill>
              <a:latin typeface="페이퍼로지 5 Medium" charset="0"/>
              <a:ea typeface="페이퍼로지 5 Medium" charset="0"/>
            </a:endParaRPr>
          </a:p>
          <a:p>
            <a:pPr marL="0" indent="0">
              <a:buFontTx/>
              <a:buNone/>
            </a:pPr>
            <a:r>
              <a:rPr lang="ko-KR" altLang="en-US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 </a:t>
            </a:r>
            <a:r>
              <a:rPr lang="ko-KR" altLang="en-US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어려</a:t>
            </a:r>
            <a:r>
              <a:rPr lang="ko-KR" altLang="en-US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운 </a:t>
            </a:r>
            <a:r>
              <a:rPr lang="ko-KR" altLang="en-US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검</a:t>
            </a:r>
            <a:r>
              <a:rPr lang="ko-KR" altLang="en-US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증 </a:t>
            </a:r>
            <a:r>
              <a:rPr lang="ko-KR" altLang="en-US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가</a:t>
            </a:r>
            <a:r>
              <a:rPr lang="ko-KR" altLang="en-US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능</a:t>
            </a:r>
            <a:endParaRPr lang="ko-KR" altLang="en-US" sz="1100">
              <a:solidFill>
                <a:srgbClr val="2F3645"/>
              </a:solidFill>
              <a:latin typeface="페이퍼로지 5 Medium" charset="0"/>
              <a:ea typeface="페이퍼로지 5 Medium" charset="0"/>
            </a:endParaRPr>
          </a:p>
        </p:txBody>
      </p:sp>
      <p:sp>
        <p:nvSpPr>
          <p:cNvPr id="73" name="텍스트 상자 26"/>
          <p:cNvSpPr txBox="1">
            <a:spLocks/>
          </p:cNvSpPr>
          <p:nvPr/>
        </p:nvSpPr>
        <p:spPr>
          <a:xfrm>
            <a:off x="2141220" y="5017770"/>
            <a:ext cx="918845" cy="260985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ko-KR" sz="11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Q</a:t>
            </a:r>
            <a:r>
              <a:rPr lang="ko-KR" altLang="ko-KR" sz="11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t 내</a:t>
            </a:r>
            <a:r>
              <a:rPr lang="ko-KR" altLang="ko-KR" sz="11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부 </a:t>
            </a:r>
            <a:r>
              <a:rPr lang="ko-KR" altLang="ko-KR" sz="11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접</a:t>
            </a:r>
            <a:r>
              <a:rPr lang="ko-KR" altLang="ko-KR" sz="11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근</a:t>
            </a:r>
            <a:endParaRPr lang="ko-KR" altLang="en-US" sz="1100">
              <a:solidFill>
                <a:srgbClr val="2F3645"/>
              </a:solidFill>
              <a:latin typeface="페이퍼로지 7 Bold" charset="0"/>
              <a:ea typeface="페이퍼로지 7 Bold" charset="0"/>
            </a:endParaRPr>
          </a:p>
        </p:txBody>
      </p:sp>
      <p:sp>
        <p:nvSpPr>
          <p:cNvPr id="76" name="텍스트 상자 29"/>
          <p:cNvSpPr txBox="1">
            <a:spLocks/>
          </p:cNvSpPr>
          <p:nvPr/>
        </p:nvSpPr>
        <p:spPr>
          <a:xfrm>
            <a:off x="6749415" y="3916045"/>
            <a:ext cx="3248660" cy="429895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조작을 녹화해 스크립트 자동 생성</a:t>
            </a:r>
            <a:r>
              <a:rPr lang="ko-KR" altLang="en-US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,</a:t>
            </a:r>
            <a:r>
              <a:rPr lang="ko-KR" altLang="en-US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 Python 스크립트를 이용</a:t>
            </a:r>
            <a:r>
              <a:rPr lang="ko-KR" altLang="en-US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해 수정</a:t>
            </a:r>
            <a:endParaRPr lang="ko-KR" altLang="en-US" sz="1100">
              <a:solidFill>
                <a:srgbClr val="2F3645"/>
              </a:solidFill>
              <a:latin typeface="페이퍼로지 5 Medium" charset="0"/>
              <a:ea typeface="페이퍼로지 5 Medium" charset="0"/>
            </a:endParaRPr>
          </a:p>
          <a:p>
            <a:pPr marL="0" indent="0">
              <a:buFontTx/>
              <a:buNone/>
            </a:pPr>
            <a:endParaRPr lang="ko-KR" altLang="en-US" sz="1100">
              <a:solidFill>
                <a:srgbClr val="2F3645"/>
              </a:solidFill>
              <a:latin typeface="페이퍼로지 5 Medium" charset="0"/>
              <a:ea typeface="페이퍼로지 5 Medium" charset="0"/>
            </a:endParaRPr>
          </a:p>
        </p:txBody>
      </p:sp>
      <p:sp>
        <p:nvSpPr>
          <p:cNvPr id="77" name="텍스트 상자 30"/>
          <p:cNvSpPr txBox="1">
            <a:spLocks/>
          </p:cNvSpPr>
          <p:nvPr/>
        </p:nvSpPr>
        <p:spPr>
          <a:xfrm rot="0">
            <a:off x="6749415" y="3682365"/>
            <a:ext cx="1200785" cy="261620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ko-KR" sz="11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레코딩 + 스크립트</a:t>
            </a:r>
            <a:endParaRPr lang="ko-KR" altLang="en-US" sz="1100">
              <a:solidFill>
                <a:srgbClr val="2F3645"/>
              </a:solidFill>
              <a:latin typeface="페이퍼로지 7 Bold" charset="0"/>
              <a:ea typeface="페이퍼로지 7 Bold" charset="0"/>
            </a:endParaRPr>
          </a:p>
        </p:txBody>
      </p:sp>
      <p:sp>
        <p:nvSpPr>
          <p:cNvPr id="80" name="텍스트 상자 33"/>
          <p:cNvSpPr txBox="1">
            <a:spLocks/>
          </p:cNvSpPr>
          <p:nvPr/>
        </p:nvSpPr>
        <p:spPr>
          <a:xfrm>
            <a:off x="6749415" y="5252085"/>
            <a:ext cx="2819400" cy="429895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명령 실행 Test 진행</a:t>
            </a:r>
            <a:endParaRPr lang="ko-KR" altLang="en-US" sz="1100">
              <a:solidFill>
                <a:srgbClr val="2F3645"/>
              </a:solidFill>
              <a:latin typeface="페이퍼로지 5 Medium" charset="0"/>
              <a:ea typeface="페이퍼로지 5 Medium" charset="0"/>
            </a:endParaRPr>
          </a:p>
          <a:p>
            <a:pPr marL="0" indent="0">
              <a:buFontTx/>
              <a:buNone/>
            </a:pPr>
            <a:r>
              <a:rPr lang="ko-KR" altLang="en-US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J</a:t>
            </a:r>
            <a:r>
              <a:rPr lang="ko-KR" altLang="en-US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enkins</a:t>
            </a:r>
            <a:r>
              <a:rPr lang="ko-KR" altLang="en-US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와 </a:t>
            </a:r>
            <a:r>
              <a:rPr lang="ko-KR" altLang="en-US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연동</a:t>
            </a:r>
            <a:r>
              <a:rPr lang="ko-KR" altLang="en-US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한 C</a:t>
            </a:r>
            <a:r>
              <a:rPr lang="ko-KR" altLang="en-US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ommit</a:t>
            </a:r>
            <a:r>
              <a:rPr lang="ko-KR" altLang="en-US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→T</a:t>
            </a:r>
            <a:r>
              <a:rPr lang="ko-KR" altLang="en-US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est</a:t>
            </a:r>
            <a:r>
              <a:rPr lang="ko-KR" altLang="en-US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→B</a:t>
            </a:r>
            <a:r>
              <a:rPr lang="ko-KR" altLang="en-US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uild 자동</a:t>
            </a:r>
            <a:r>
              <a:rPr lang="ko-KR" altLang="en-US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화 </a:t>
            </a:r>
            <a:r>
              <a:rPr lang="ko-KR" altLang="en-US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구</a:t>
            </a:r>
            <a:r>
              <a:rPr lang="ko-KR" altLang="en-US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축</a:t>
            </a:r>
            <a:endParaRPr lang="ko-KR" altLang="en-US" sz="1100">
              <a:solidFill>
                <a:srgbClr val="2F3645"/>
              </a:solidFill>
              <a:latin typeface="페이퍼로지 5 Medium" charset="0"/>
              <a:ea typeface="페이퍼로지 5 Medium" charset="0"/>
            </a:endParaRPr>
          </a:p>
        </p:txBody>
      </p:sp>
      <p:sp>
        <p:nvSpPr>
          <p:cNvPr id="81" name="텍스트 상자 34"/>
          <p:cNvSpPr txBox="1">
            <a:spLocks/>
          </p:cNvSpPr>
          <p:nvPr/>
        </p:nvSpPr>
        <p:spPr>
          <a:xfrm rot="0">
            <a:off x="6749415" y="5017770"/>
            <a:ext cx="607060" cy="261620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ko-KR" sz="11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CI 연동</a:t>
            </a:r>
            <a:endParaRPr lang="ko-KR" altLang="en-US" sz="1100">
              <a:solidFill>
                <a:srgbClr val="2F3645"/>
              </a:solidFill>
              <a:latin typeface="페이퍼로지 7 Bold" charset="0"/>
              <a:ea typeface="페이퍼로지 7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86665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 0"/>
          <p:cNvSpPr txBox="1">
            <a:spLocks/>
          </p:cNvSpPr>
          <p:nvPr/>
        </p:nvSpPr>
        <p:spPr>
          <a:xfrm rot="0">
            <a:off x="280670" y="420370"/>
            <a:ext cx="1564640" cy="276860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en-US" altLang="ko-KR" sz="1200">
                <a:solidFill>
                  <a:srgbClr val="00B1FF"/>
                </a:solidFill>
                <a:latin typeface="페이퍼로지 7 Bold" charset="0"/>
                <a:ea typeface="페이퍼로지 7 Bold" charset="0"/>
              </a:rPr>
              <a:t>01 </a:t>
            </a:r>
            <a:r>
              <a:rPr lang="ko-KR" altLang="en-US" sz="1200">
                <a:solidFill>
                  <a:srgbClr val="111827"/>
                </a:solidFill>
                <a:latin typeface="페이퍼로지 7 Bold" charset="0"/>
                <a:ea typeface="페이퍼로지 7 Bold" charset="0"/>
              </a:rPr>
              <a:t>Squish</a:t>
            </a:r>
            <a:r>
              <a:rPr lang="ko-KR" altLang="en-US" sz="1200">
                <a:solidFill>
                  <a:srgbClr val="111827"/>
                </a:solidFill>
                <a:latin typeface="페이퍼로지 7 Bold" charset="0"/>
                <a:ea typeface="페이퍼로지 7 Bold" charset="0"/>
              </a:rPr>
              <a:t> 개념 </a:t>
            </a:r>
            <a:r>
              <a:rPr lang="ko-KR" altLang="en-US" sz="1200">
                <a:solidFill>
                  <a:srgbClr val="111827"/>
                </a:solidFill>
                <a:latin typeface="페이퍼로지 7 Bold" charset="0"/>
                <a:ea typeface="페이퍼로지 7 Bold" charset="0"/>
              </a:rPr>
              <a:t>정</a:t>
            </a:r>
            <a:r>
              <a:rPr lang="ko-KR" altLang="en-US" sz="1200">
                <a:solidFill>
                  <a:srgbClr val="111827"/>
                </a:solidFill>
                <a:latin typeface="페이퍼로지 7 Bold" charset="0"/>
                <a:ea typeface="페이퍼로지 7 Bold" charset="0"/>
              </a:rPr>
              <a:t>리</a:t>
            </a:r>
            <a:endParaRPr lang="ko-KR" altLang="en-US" sz="1200">
              <a:solidFill>
                <a:srgbClr val="111827"/>
              </a:solidFill>
              <a:latin typeface="페이퍼로지 7 Bold" charset="0"/>
              <a:ea typeface="페이퍼로지 7 Bold" charset="0"/>
            </a:endParaRPr>
          </a:p>
        </p:txBody>
      </p:sp>
      <p:sp>
        <p:nvSpPr>
          <p:cNvPr id="26" name="Rect 0"/>
          <p:cNvSpPr txBox="1">
            <a:spLocks/>
          </p:cNvSpPr>
          <p:nvPr/>
        </p:nvSpPr>
        <p:spPr>
          <a:xfrm rot="0">
            <a:off x="4671695" y="1097280"/>
            <a:ext cx="2851785" cy="522605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 algn="ctr">
              <a:buFontTx/>
              <a:buNone/>
            </a:pPr>
            <a:r>
              <a:rPr lang="ko-KR" altLang="en-US" sz="28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Squish </a:t>
            </a:r>
            <a:r>
              <a:rPr lang="ko-KR" altLang="en-US" sz="28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용어 정의</a:t>
            </a:r>
            <a:endParaRPr lang="ko-KR" altLang="en-US" sz="2800">
              <a:solidFill>
                <a:srgbClr val="2F3645"/>
              </a:solidFill>
              <a:latin typeface="페이퍼로지 7 Bold" charset="0"/>
              <a:ea typeface="페이퍼로지 7 Bold" charset="0"/>
            </a:endParaRPr>
          </a:p>
        </p:txBody>
      </p:sp>
      <p:sp>
        <p:nvSpPr>
          <p:cNvPr id="51" name="Rect 0"/>
          <p:cNvSpPr txBox="1">
            <a:spLocks/>
          </p:cNvSpPr>
          <p:nvPr/>
        </p:nvSpPr>
        <p:spPr>
          <a:xfrm rot="0">
            <a:off x="11747500" y="6520815"/>
            <a:ext cx="323215" cy="215900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 algn="r">
              <a:buFontTx/>
              <a:buNone/>
            </a:pPr>
            <a:r>
              <a:rPr lang="en-US" altLang="ko-KR" sz="800">
                <a:solidFill>
                  <a:srgbClr val="89909F"/>
                </a:solidFill>
                <a:latin typeface="페이퍼로지 6 SemiBold" charset="0"/>
                <a:ea typeface="페이퍼로지 6 SemiBold" charset="0"/>
              </a:rPr>
              <a:t>11</a:t>
            </a:r>
            <a:endParaRPr lang="ko-KR" altLang="en-US" sz="800">
              <a:solidFill>
                <a:srgbClr val="89909F"/>
              </a:solidFill>
              <a:latin typeface="페이퍼로지 6 SemiBold" charset="0"/>
              <a:ea typeface="페이퍼로지 6 SemiBold" charset="0"/>
            </a:endParaRPr>
          </a:p>
        </p:txBody>
      </p:sp>
      <p:graphicFrame>
        <p:nvGraphicFramePr>
          <p:cNvPr id="93" name="표 25"/>
          <p:cNvGraphicFramePr>
            <a:graphicFrameLocks noGrp="1"/>
          </p:cNvGraphicFramePr>
          <p:nvPr/>
        </p:nvGraphicFramePr>
        <p:xfrm>
          <a:off x="1692275" y="2200275"/>
          <a:ext cx="8952865" cy="237363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2324735"/>
                <a:gridCol w="6628130"/>
              </a:tblGrid>
              <a:tr h="334010">
                <a:tc>
                  <a:txBody>
                    <a:bodyPr/>
                    <a:lstStyle/>
                    <a:p>
                      <a:pPr marL="0" indent="0" algn="l"/>
                      <a:r>
                        <a:rPr sz="935" kern="1200" i="0" b="0">
                          <a:solidFill>
                            <a:srgbClr val="4A5158"/>
                          </a:solidFill>
                          <a:latin typeface="페이퍼로지 7 Bold" charset="0"/>
                          <a:ea typeface="페이퍼로지 7 Bold" charset="0"/>
                        </a:rPr>
                        <a:t>용어</a:t>
                      </a:r>
                      <a:endParaRPr lang="ko-KR" altLang="en-US" sz="935" kern="1200" i="0" b="0">
                        <a:solidFill>
                          <a:srgbClr val="4A5158"/>
                        </a:solidFill>
                        <a:latin typeface="페이퍼로지 7 Bold" charset="0"/>
                        <a:ea typeface="페이퍼로지 7 Bold" charset="0"/>
                      </a:endParaRPr>
                    </a:p>
                  </a:txBody>
                  <a:tcPr marL="133350" marR="133350" marT="95250" marB="9525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/>
                      <a:r>
                        <a:rPr sz="935" kern="1200" i="0" b="0">
                          <a:solidFill>
                            <a:srgbClr val="4A5158"/>
                          </a:solidFill>
                          <a:latin typeface="페이퍼로지 7 Bold" charset="0"/>
                          <a:ea typeface="페이퍼로지 7 Bold" charset="0"/>
                        </a:rPr>
                        <a:t>의미</a:t>
                      </a:r>
                      <a:endParaRPr lang="ko-KR" altLang="en-US" sz="935" kern="1200" i="0" b="0">
                        <a:solidFill>
                          <a:srgbClr val="4A5158"/>
                        </a:solidFill>
                        <a:latin typeface="페이퍼로지 7 Bold" charset="0"/>
                        <a:ea typeface="페이퍼로지 7 Bold" charset="0"/>
                      </a:endParaRPr>
                    </a:p>
                  </a:txBody>
                  <a:tcPr marL="133350" marR="133350" marT="95250" marB="9525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</a:tr>
              <a:tr h="375285">
                <a:tc>
                  <a:txBody>
                    <a:bodyPr/>
                    <a:lstStyle/>
                    <a:p>
                      <a:pPr marL="0" indent="0" algn="l"/>
                      <a:r>
                        <a:rPr sz="1085" kern="1200" i="0" b="0">
                          <a:solidFill>
                            <a:srgbClr val="1C2024"/>
                          </a:solidFill>
                          <a:latin typeface="페이퍼로지 7 Bold" charset="0"/>
                          <a:ea typeface="페이퍼로지 7 Bold" charset="0"/>
                        </a:rPr>
                        <a:t>AUT </a:t>
                      </a:r>
                      <a:r>
                        <a:rPr sz="1085" kern="1200" i="0" b="0">
                          <a:solidFill>
                            <a:srgbClr val="1C2024"/>
                          </a:solidFill>
                          <a:latin typeface="페이퍼로지 5 Medium" charset="0"/>
                          <a:ea typeface="페이퍼로지 5 Medium" charset="0"/>
                        </a:rPr>
                        <a:t>(Application Under Test)</a:t>
                      </a:r>
                      <a:endParaRPr lang="ko-KR" altLang="en-US" sz="1085" kern="1200" i="0" b="0">
                        <a:solidFill>
                          <a:srgbClr val="1C2024"/>
                        </a:solidFill>
                        <a:latin typeface="페이퍼로지 7 Bold" charset="0"/>
                        <a:ea typeface="페이퍼로지 7 Bold" charset="0"/>
                      </a:endParaRPr>
                    </a:p>
                  </a:txBody>
                  <a:tcPr marL="133350" marR="133350" marT="95250" marB="9525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/>
                      <a:r>
                        <a:rPr sz="1200" kern="1200" i="0" b="0">
                          <a:solidFill>
                            <a:srgbClr val="1C2024"/>
                          </a:solidFill>
                          <a:latin typeface="페이퍼로지 5 Medium" charset="0"/>
                          <a:ea typeface="페이퍼로지 5 Medium" charset="0"/>
                        </a:rPr>
                        <a:t>테스트 대상 프로그램. 우리 경우 </a:t>
                      </a:r>
                      <a:r>
                        <a:rPr sz="1200" kern="1200" i="0" b="0">
                          <a:solidFill>
                            <a:srgbClr val="501EFF"/>
                          </a:solidFill>
                          <a:latin typeface="페이퍼로지 5 Medium" charset="0"/>
                          <a:ea typeface="페이퍼로지 5 Medium" charset="0"/>
                        </a:rPr>
                        <a:t>MuLiN Creator.</a:t>
                      </a:r>
                      <a:endParaRPr lang="ko-KR" altLang="en-US" sz="1200" kern="1200" i="0" b="0">
                        <a:solidFill>
                          <a:srgbClr val="1C2024"/>
                        </a:solidFill>
                        <a:latin typeface="페이퍼로지 5 Medium" charset="0"/>
                        <a:ea typeface="페이퍼로지 5 Medium" charset="0"/>
                      </a:endParaRPr>
                    </a:p>
                  </a:txBody>
                  <a:tcPr marL="133350" marR="133350" marT="95250" marB="9525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5285">
                <a:tc>
                  <a:txBody>
                    <a:bodyPr/>
                    <a:lstStyle/>
                    <a:p>
                      <a:pPr marL="0" indent="0" algn="l"/>
                      <a:r>
                        <a:rPr sz="1085" kern="1200" i="0" b="0">
                          <a:solidFill>
                            <a:srgbClr val="1C2024"/>
                          </a:solidFill>
                          <a:latin typeface="페이퍼로지 7 Bold" charset="0"/>
                          <a:ea typeface="페이퍼로지 7 Bold" charset="0"/>
                        </a:rPr>
                        <a:t>Test Suite</a:t>
                      </a:r>
                      <a:endParaRPr lang="ko-KR" altLang="en-US" sz="1085" kern="1200" i="0" b="0">
                        <a:solidFill>
                          <a:srgbClr val="1C2024"/>
                        </a:solidFill>
                        <a:latin typeface="페이퍼로지 7 Bold" charset="0"/>
                        <a:ea typeface="페이퍼로지 7 Bold" charset="0"/>
                      </a:endParaRPr>
                    </a:p>
                  </a:txBody>
                  <a:tcPr marL="133350" marR="133350" marT="95250" marB="9525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/>
                      <a:r>
                        <a:rPr sz="1200" kern="1200" i="0" b="0">
                          <a:solidFill>
                            <a:srgbClr val="1C2024"/>
                          </a:solidFill>
                          <a:latin typeface="페이퍼로지 5 Medium" charset="0"/>
                          <a:ea typeface="페이퍼로지 5 Medium" charset="0"/>
                        </a:rPr>
                        <a:t>Squish에서 말하는 “</a:t>
                      </a:r>
                      <a:r>
                        <a:rPr sz="1200" kern="1200" i="0" b="0">
                          <a:solidFill>
                            <a:srgbClr val="501EFF"/>
                          </a:solidFill>
                          <a:latin typeface="페이퍼로지 5 Medium" charset="0"/>
                          <a:ea typeface="페이퍼로지 5 Medium" charset="0"/>
                        </a:rPr>
                        <a:t>프로젝트</a:t>
                      </a:r>
                      <a:r>
                        <a:rPr sz="1200" kern="1200" i="0" b="0">
                          <a:solidFill>
                            <a:srgbClr val="1C2024"/>
                          </a:solidFill>
                          <a:latin typeface="페이퍼로지 5 Medium" charset="0"/>
                          <a:ea typeface="페이퍼로지 5 Medium" charset="0"/>
                        </a:rPr>
                        <a:t>”. 툴킷·스크립트 언어·AUT 설정과 테스트 케이스들을 담는 폴더.</a:t>
                      </a:r>
                      <a:endParaRPr lang="ko-KR" altLang="en-US" sz="1200" kern="1200" i="0" b="0">
                        <a:solidFill>
                          <a:srgbClr val="1C2024"/>
                        </a:solidFill>
                        <a:latin typeface="페이퍼로지 5 Medium" charset="0"/>
                        <a:ea typeface="페이퍼로지 5 Medium" charset="0"/>
                      </a:endParaRPr>
                    </a:p>
                  </a:txBody>
                  <a:tcPr marL="133350" marR="133350" marT="95250" marB="9525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3765">
                <a:tc>
                  <a:txBody>
                    <a:bodyPr/>
                    <a:lstStyle/>
                    <a:p>
                      <a:pPr marL="0" indent="0" algn="l"/>
                      <a:r>
                        <a:rPr sz="1085" kern="1200" i="0" b="0">
                          <a:solidFill>
                            <a:srgbClr val="1C2024"/>
                          </a:solidFill>
                          <a:latin typeface="페이퍼로지 7 Bold" charset="0"/>
                          <a:ea typeface="페이퍼로지 7 Bold" charset="0"/>
                        </a:rPr>
                        <a:t>Test Case</a:t>
                      </a:r>
                      <a:endParaRPr lang="ko-KR" altLang="en-US" sz="1085" kern="1200" i="0" b="0">
                        <a:solidFill>
                          <a:srgbClr val="1C2024"/>
                        </a:solidFill>
                        <a:latin typeface="페이퍼로지 7 Bold" charset="0"/>
                        <a:ea typeface="페이퍼로지 7 Bold" charset="0"/>
                      </a:endParaRPr>
                    </a:p>
                  </a:txBody>
                  <a:tcPr marL="133350" marR="133350" marT="95250" marB="9525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/>
                      <a:r>
                        <a:rPr sz="1200" kern="1200" i="0" b="0">
                          <a:solidFill>
                            <a:srgbClr val="1C2024"/>
                          </a:solidFill>
                          <a:latin typeface="페이퍼로지 5 Medium" charset="0"/>
                          <a:ea typeface="페이퍼로지 5 Medium" charset="0"/>
                        </a:rPr>
                        <a:t>하나의 </a:t>
                      </a:r>
                      <a:r>
                        <a:rPr sz="1200" kern="1200" i="0" b="0">
                          <a:solidFill>
                            <a:srgbClr val="501EFF"/>
                          </a:solidFill>
                          <a:latin typeface="페이퍼로지 5 Medium" charset="0"/>
                          <a:ea typeface="페이퍼로지 5 Medium" charset="0"/>
                        </a:rPr>
                        <a:t>시나리오</a:t>
                      </a:r>
                      <a:r>
                        <a:rPr sz="1200" kern="1200" i="0" b="0">
                          <a:solidFill>
                            <a:srgbClr val="1C2024"/>
                          </a:solidFill>
                          <a:latin typeface="페이퍼로지 5 Medium" charset="0"/>
                          <a:ea typeface="페이퍼로지 5 Medium" charset="0"/>
                        </a:rPr>
                        <a:t>. </a:t>
                      </a:r>
                      <a:endParaRPr lang="ko-KR" altLang="en-US" sz="1200" kern="1200" i="0" b="0">
                        <a:solidFill>
                          <a:srgbClr val="1C2024"/>
                        </a:solidFill>
                        <a:latin typeface="페이퍼로지 5 Medium" charset="0"/>
                        <a:ea typeface="페이퍼로지 5 Medium" charset="0"/>
                      </a:endParaRPr>
                    </a:p>
                    <a:p>
                      <a:pPr marL="0" indent="0" algn="l"/>
                      <a:r>
                        <a:rPr sz="1200" kern="1200" i="0" b="0">
                          <a:solidFill>
                            <a:srgbClr val="501EFF"/>
                          </a:solidFill>
                          <a:latin typeface="페이퍼로지 5 Medium" charset="0"/>
                          <a:ea typeface="페이퍼로지 5 Medium" charset="0"/>
                        </a:rPr>
                        <a:t>Script(스크립트)</a:t>
                      </a:r>
                      <a:r>
                        <a:rPr sz="1200" kern="1200" i="0" b="0">
                          <a:solidFill>
                            <a:srgbClr val="1C2024"/>
                          </a:solidFill>
                          <a:latin typeface="페이퍼로지 5 Medium" charset="0"/>
                          <a:ea typeface="페이퍼로지 5 Medium" charset="0"/>
                        </a:rPr>
                        <a:t> / BDD(Gherkin) / MBT(모델 기반) 세 종류.</a:t>
                      </a:r>
                      <a:r>
                        <a:rPr sz="1200" kern="1200" i="0" b="0">
                          <a:solidFill>
                            <a:srgbClr val="1C2024"/>
                          </a:solidFill>
                          <a:latin typeface="페이퍼로지 5 Medium" charset="0"/>
                          <a:ea typeface="페이퍼로지 5 Medium" charset="0"/>
                        </a:rPr>
                        <a:t/>
                      </a:r>
                      <a:br>
                        <a:rPr sz="1200" kern="1200" i="0" b="0">
                          <a:solidFill>
                            <a:srgbClr val="1C2024"/>
                          </a:solidFill>
                          <a:latin typeface="페이퍼로지 5 Medium" charset="0"/>
                          <a:ea typeface="페이퍼로지 5 Medium" charset="0"/>
                        </a:rPr>
                      </a:br>
                      <a:endParaRPr lang="ko-KR" altLang="en-US" sz="1200" kern="1200" i="0" b="0">
                        <a:solidFill>
                          <a:srgbClr val="1C2024"/>
                        </a:solidFill>
                        <a:latin typeface="페이퍼로지 5 Medium" charset="0"/>
                        <a:ea typeface="페이퍼로지 5 Medium" charset="0"/>
                      </a:endParaRPr>
                    </a:p>
                    <a:p>
                      <a:pPr marL="0" indent="0" algn="l"/>
                      <a:r>
                        <a:rPr sz="1100" kern="1200" i="0" b="0">
                          <a:solidFill>
                            <a:srgbClr val="1C2024"/>
                          </a:solidFill>
                          <a:latin typeface="페이퍼로지 5 Medium" charset="0"/>
                          <a:ea typeface="페이퍼로지 5 Medium" charset="0"/>
                        </a:rPr>
                        <a:t>*</a:t>
                      </a:r>
                      <a:r>
                        <a:rPr lang="ko-KR" sz="1100" kern="1200" i="0" b="0">
                          <a:solidFill>
                            <a:srgbClr val="1C2024"/>
                          </a:solidFill>
                          <a:latin typeface="페이퍼로지 5 Medium" charset="0"/>
                          <a:ea typeface="페이퍼로지 5 Medium" charset="0"/>
                        </a:rPr>
                        <a:t>지원 스크립트 </a:t>
                      </a:r>
                      <a:r>
                        <a:rPr lang="ko-KR" sz="1100" kern="1200" i="0" b="0">
                          <a:solidFill>
                            <a:srgbClr val="1C2024"/>
                          </a:solidFill>
                          <a:latin typeface="페이퍼로지 5 Medium" charset="0"/>
                          <a:ea typeface="페이퍼로지 5 Medium" charset="0"/>
                        </a:rPr>
                        <a:t>언</a:t>
                      </a:r>
                      <a:r>
                        <a:rPr lang="ko-KR" sz="1100" kern="1200" i="0" b="0">
                          <a:solidFill>
                            <a:srgbClr val="1C2024"/>
                          </a:solidFill>
                          <a:latin typeface="페이퍼로지 5 Medium" charset="0"/>
                          <a:ea typeface="페이퍼로지 5 Medium" charset="0"/>
                        </a:rPr>
                        <a:t>어 </a:t>
                      </a:r>
                      <a:r>
                        <a:rPr lang="ko-KR" sz="1100" kern="1200" i="0" b="0">
                          <a:solidFill>
                            <a:srgbClr val="1C2024"/>
                          </a:solidFill>
                          <a:latin typeface="페이퍼로지 5 Medium" charset="0"/>
                          <a:ea typeface="페이퍼로지 5 Medium" charset="0"/>
                        </a:rPr>
                        <a:t>: </a:t>
                      </a:r>
                      <a:r>
                        <a:rPr lang="ko-KR" sz="1100" kern="1200" i="0" b="0">
                          <a:solidFill>
                            <a:srgbClr val="501EFF"/>
                          </a:solidFill>
                          <a:latin typeface="페이퍼로지 5 Medium" charset="0"/>
                          <a:ea typeface="페이퍼로지 5 Medium" charset="0"/>
                        </a:rPr>
                        <a:t>P</a:t>
                      </a:r>
                      <a:r>
                        <a:rPr lang="ko-KR" sz="1100" kern="1200" i="0" b="0">
                          <a:solidFill>
                            <a:srgbClr val="501EFF"/>
                          </a:solidFill>
                          <a:latin typeface="페이퍼로지 5 Medium" charset="0"/>
                          <a:ea typeface="페이퍼로지 5 Medium" charset="0"/>
                        </a:rPr>
                        <a:t>ython</a:t>
                      </a:r>
                      <a:r>
                        <a:rPr lang="ko-KR" sz="1100" kern="1200" i="0" b="0">
                          <a:solidFill>
                            <a:srgbClr val="1C2024"/>
                          </a:solidFill>
                          <a:latin typeface="페이퍼로지 5 Medium" charset="0"/>
                          <a:ea typeface="페이퍼로지 5 Medium" charset="0"/>
                        </a:rPr>
                        <a:t>, JavaScript</a:t>
                      </a:r>
                      <a:r>
                        <a:rPr lang="ko-KR" sz="1100" kern="1200" i="0" b="0">
                          <a:solidFill>
                            <a:srgbClr val="1C2024"/>
                          </a:solidFill>
                          <a:latin typeface="페이퍼로지 5 Medium" charset="0"/>
                          <a:ea typeface="페이퍼로지 5 Medium" charset="0"/>
                        </a:rPr>
                        <a:t>,</a:t>
                      </a:r>
                      <a:r>
                        <a:rPr lang="ko-KR" sz="1100" kern="1200" i="0" b="0">
                          <a:solidFill>
                            <a:srgbClr val="1C2024"/>
                          </a:solidFill>
                          <a:latin typeface="페이퍼로지 5 Medium" charset="0"/>
                          <a:ea typeface="페이퍼로지 5 Medium" charset="0"/>
                        </a:rPr>
                        <a:t> Perl, Ruby</a:t>
                      </a:r>
                      <a:r>
                        <a:rPr lang="ko-KR" sz="1100" kern="1200" i="0" b="0">
                          <a:solidFill>
                            <a:srgbClr val="1C2024"/>
                          </a:solidFill>
                          <a:latin typeface="페이퍼로지 5 Medium" charset="0"/>
                          <a:ea typeface="페이퍼로지 5 Medium" charset="0"/>
                        </a:rPr>
                        <a:t>,</a:t>
                      </a:r>
                      <a:r>
                        <a:rPr lang="ko-KR" sz="1100" kern="1200" i="0" b="0">
                          <a:solidFill>
                            <a:srgbClr val="1C2024"/>
                          </a:solidFill>
                          <a:latin typeface="페이퍼로지 5 Medium" charset="0"/>
                          <a:ea typeface="페이퍼로지 5 Medium" charset="0"/>
                        </a:rPr>
                        <a:t> Tcl</a:t>
                      </a:r>
                      <a:r>
                        <a:rPr lang="ko-KR" sz="1100" kern="1200" i="0" b="0">
                          <a:solidFill>
                            <a:srgbClr val="1C2024"/>
                          </a:solidFill>
                          <a:latin typeface="페이퍼로지 5 Medium" charset="0"/>
                          <a:ea typeface="페이퍼로지 5 Medium" charset="0"/>
                        </a:rPr>
                        <a:t>.</a:t>
                      </a:r>
                      <a:endParaRPr lang="ko-KR" altLang="en-US" sz="1200" kern="1200" i="0" b="0">
                        <a:solidFill>
                          <a:srgbClr val="1C2024"/>
                        </a:solidFill>
                        <a:latin typeface="페이퍼로지 5 Medium" charset="0"/>
                        <a:ea typeface="페이퍼로지 5 Medium" charset="0"/>
                      </a:endParaRPr>
                    </a:p>
                  </a:txBody>
                  <a:tcPr marL="133350" marR="133350" marT="95250" marB="9525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5285">
                <a:tc>
                  <a:txBody>
                    <a:bodyPr/>
                    <a:lstStyle/>
                    <a:p>
                      <a:pPr marL="0" indent="0" algn="l"/>
                      <a:r>
                        <a:rPr sz="1085" kern="1200" i="0" b="0">
                          <a:solidFill>
                            <a:srgbClr val="1C2024"/>
                          </a:solidFill>
                          <a:latin typeface="페이퍼로지 7 Bold" charset="0"/>
                          <a:ea typeface="페이퍼로지 7 Bold" charset="0"/>
                        </a:rPr>
                        <a:t>Object Map / 심볼릭 이름</a:t>
                      </a:r>
                      <a:endParaRPr lang="ko-KR" altLang="en-US" sz="1085" kern="1200" i="0" b="0">
                        <a:solidFill>
                          <a:srgbClr val="1C2024"/>
                        </a:solidFill>
                        <a:latin typeface="페이퍼로지 7 Bold" charset="0"/>
                        <a:ea typeface="페이퍼로지 7 Bold" charset="0"/>
                      </a:endParaRPr>
                    </a:p>
                  </a:txBody>
                  <a:tcPr marL="133350" marR="133350" marT="95250" marB="9525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/>
                      <a:r>
                        <a:rPr sz="1200" kern="1200" i="0" b="0">
                          <a:solidFill>
                            <a:srgbClr val="1C2024"/>
                          </a:solidFill>
                          <a:latin typeface="페이퍼로지 5 Medium" charset="0"/>
                          <a:ea typeface="페이퍼로지 5 Medium" charset="0"/>
                        </a:rPr>
                        <a:t>GUI 객체를 가리키는 별칭 모음. Python에서는 shared/scripts/names.py로 관리.</a:t>
                      </a:r>
                      <a:endParaRPr lang="ko-KR" altLang="en-US" sz="1200" kern="1200" i="0" b="0">
                        <a:solidFill>
                          <a:srgbClr val="1C2024"/>
                        </a:solidFill>
                        <a:latin typeface="페이퍼로지 5 Medium" charset="0"/>
                        <a:ea typeface="페이퍼로지 5 Medium" charset="0"/>
                      </a:endParaRPr>
                    </a:p>
                  </a:txBody>
                  <a:tcPr marL="133350" marR="133350" marT="95250" marB="9525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 0"/>
          <p:cNvSpPr>
            <a:spLocks/>
          </p:cNvSpPr>
          <p:nvPr/>
        </p:nvSpPr>
        <p:spPr>
          <a:xfrm rot="0">
            <a:off x="742315" y="4544060"/>
            <a:ext cx="2435225" cy="1386205"/>
          </a:xfrm>
          <a:prstGeom prst="roundRect"/>
          <a:noFill/>
          <a:ln w="19050" cap="flat" cmpd="sng">
            <a:solidFill>
              <a:srgbClr val="2F528F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3" name="Rect 0"/>
          <p:cNvSpPr txBox="1">
            <a:spLocks/>
          </p:cNvSpPr>
          <p:nvPr/>
        </p:nvSpPr>
        <p:spPr>
          <a:xfrm rot="0">
            <a:off x="280670" y="420370"/>
            <a:ext cx="1565275" cy="277495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en-US" altLang="ko-KR" sz="1200">
                <a:solidFill>
                  <a:srgbClr val="00B1FF"/>
                </a:solidFill>
                <a:latin typeface="페이퍼로지 7 Bold" charset="0"/>
                <a:ea typeface="페이퍼로지 7 Bold" charset="0"/>
              </a:rPr>
              <a:t>01 </a:t>
            </a:r>
            <a:r>
              <a:rPr lang="ko-KR" altLang="en-US" sz="1200">
                <a:solidFill>
                  <a:srgbClr val="111827"/>
                </a:solidFill>
                <a:latin typeface="페이퍼로지 7 Bold" charset="0"/>
                <a:ea typeface="페이퍼로지 7 Bold" charset="0"/>
              </a:rPr>
              <a:t>Squish 개념 정리</a:t>
            </a:r>
            <a:endParaRPr lang="ko-KR" altLang="en-US" sz="1200">
              <a:solidFill>
                <a:srgbClr val="111827"/>
              </a:solidFill>
              <a:latin typeface="페이퍼로지 7 Bold" charset="0"/>
              <a:ea typeface="페이퍼로지 7 Bold" charset="0"/>
            </a:endParaRPr>
          </a:p>
        </p:txBody>
      </p:sp>
      <p:sp>
        <p:nvSpPr>
          <p:cNvPr id="26" name="Rect 0"/>
          <p:cNvSpPr txBox="1">
            <a:spLocks/>
          </p:cNvSpPr>
          <p:nvPr/>
        </p:nvSpPr>
        <p:spPr>
          <a:xfrm rot="0">
            <a:off x="4709795" y="1097280"/>
            <a:ext cx="2775585" cy="523240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 algn="ctr">
              <a:buFontTx/>
              <a:buNone/>
            </a:pPr>
            <a:r>
              <a:rPr lang="ko-KR" altLang="en-US" sz="28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Squish 구성요소</a:t>
            </a:r>
            <a:endParaRPr lang="ko-KR" altLang="en-US" sz="2800">
              <a:solidFill>
                <a:srgbClr val="2F3645"/>
              </a:solidFill>
              <a:latin typeface="페이퍼로지 7 Bold" charset="0"/>
              <a:ea typeface="페이퍼로지 7 Bold" charset="0"/>
            </a:endParaRPr>
          </a:p>
        </p:txBody>
      </p:sp>
      <p:sp>
        <p:nvSpPr>
          <p:cNvPr id="51" name="Rect 0"/>
          <p:cNvSpPr txBox="1">
            <a:spLocks/>
          </p:cNvSpPr>
          <p:nvPr/>
        </p:nvSpPr>
        <p:spPr>
          <a:xfrm rot="0">
            <a:off x="11747500" y="6520815"/>
            <a:ext cx="323850" cy="216535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 algn="r">
              <a:buFontTx/>
              <a:buNone/>
            </a:pPr>
            <a:r>
              <a:rPr lang="en-US" altLang="ko-KR" sz="800">
                <a:solidFill>
                  <a:srgbClr val="89909F"/>
                </a:solidFill>
                <a:latin typeface="페이퍼로지 6 SemiBold" charset="0"/>
                <a:ea typeface="페이퍼로지 6 SemiBold" charset="0"/>
              </a:rPr>
              <a:t>11</a:t>
            </a:r>
            <a:endParaRPr lang="ko-KR" altLang="en-US" sz="800">
              <a:solidFill>
                <a:srgbClr val="89909F"/>
              </a:solidFill>
              <a:latin typeface="페이퍼로지 6 SemiBold" charset="0"/>
              <a:ea typeface="페이퍼로지 6 SemiBold" charset="0"/>
            </a:endParaRPr>
          </a:p>
        </p:txBody>
      </p:sp>
      <p:graphicFrame>
        <p:nvGraphicFramePr>
          <p:cNvPr id="82" name="Table 3"/>
          <p:cNvGraphicFramePr>
            <a:graphicFrameLocks noGrp="1"/>
          </p:cNvGraphicFramePr>
          <p:nvPr/>
        </p:nvGraphicFramePr>
        <p:xfrm>
          <a:off x="1692910" y="2200910"/>
          <a:ext cx="8952865" cy="1783715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2324735"/>
                <a:gridCol w="6628130"/>
              </a:tblGrid>
              <a:tr h="351155">
                <a:tc>
                  <a:txBody>
                    <a:bodyPr/>
                    <a:lstStyle/>
                    <a:p>
                      <a:pPr marL="0" indent="0" algn="l" lvl="1">
                        <a:buFontTx/>
                        <a:buNone/>
                      </a:pPr>
                      <a:r>
                        <a:rPr sz="930" kern="1200" i="0" b="0">
                          <a:solidFill>
                            <a:srgbClr val="4A5158"/>
                          </a:solidFill>
                          <a:latin typeface="페이퍼로지 7 Bold" charset="0"/>
                          <a:ea typeface="페이퍼로지 7 Bold" charset="0"/>
                        </a:rPr>
                        <a:t>요소</a:t>
                      </a:r>
                      <a:endParaRPr lang="ko-KR" altLang="en-US" sz="930" kern="1200" i="0" b="0">
                        <a:solidFill>
                          <a:srgbClr val="4A5158"/>
                        </a:solidFill>
                        <a:latin typeface="페이퍼로지 7 Bold" charset="0"/>
                        <a:ea typeface="페이퍼로지 7 Bold" charset="0"/>
                      </a:endParaRPr>
                    </a:p>
                  </a:txBody>
                  <a:tcPr marL="133350" marR="133350" marT="95250" marB="9525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vl="1">
                        <a:buFontTx/>
                        <a:buNone/>
                      </a:pPr>
                      <a:r>
                        <a:rPr sz="930" kern="1200" i="0" b="0">
                          <a:solidFill>
                            <a:srgbClr val="4A5158"/>
                          </a:solidFill>
                          <a:latin typeface="페이퍼로지 7 Bold" charset="0"/>
                          <a:ea typeface="페이퍼로지 7 Bold" charset="0"/>
                        </a:rPr>
                        <a:t>역할</a:t>
                      </a:r>
                      <a:endParaRPr lang="ko-KR" altLang="en-US" sz="930" kern="1200" i="0" b="0">
                        <a:solidFill>
                          <a:srgbClr val="4A5158"/>
                        </a:solidFill>
                        <a:latin typeface="페이퍼로지 7 Bold" charset="0"/>
                        <a:ea typeface="페이퍼로지 7 Bold" charset="0"/>
                      </a:endParaRPr>
                    </a:p>
                  </a:txBody>
                  <a:tcPr marL="133350" marR="133350" marT="95250" marB="9525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pPr marL="0" indent="0" algn="l" lvl="1">
                        <a:buFontTx/>
                        <a:buNone/>
                      </a:pPr>
                      <a:r>
                        <a:rPr sz="1400" kern="1200" i="0" b="0">
                          <a:solidFill>
                            <a:srgbClr val="1C2024"/>
                          </a:solidFill>
                          <a:latin typeface="페이퍼로지 7 Bold" charset="0"/>
                          <a:ea typeface="페이퍼로지 7 Bold" charset="0"/>
                        </a:rPr>
                        <a:t>Squish IDE</a:t>
                      </a:r>
                      <a:r>
                        <a:rPr sz="1400" kern="1200" i="0" b="0">
                          <a:solidFill>
                            <a:srgbClr val="1C2024"/>
                          </a:solidFill>
                          <a:latin typeface="페이퍼로지 5 Medium" charset="0"/>
                          <a:ea typeface="페이퍼로지 5 Medium" charset="0"/>
                        </a:rPr>
                        <a:t/>
                      </a:r>
                      <a:br>
                        <a:rPr sz="1400" kern="1200" i="0" b="0">
                          <a:solidFill>
                            <a:srgbClr val="1C2024"/>
                          </a:solidFill>
                          <a:latin typeface="페이퍼로지 5 Medium" charset="0"/>
                          <a:ea typeface="페이퍼로지 5 Medium" charset="0"/>
                        </a:rPr>
                      </a:br>
                      <a:r>
                        <a:rPr sz="1400" kern="1200" i="0" b="0">
                          <a:solidFill>
                            <a:srgbClr val="1C2024"/>
                          </a:solidFill>
                          <a:latin typeface="페이퍼로지 5 Medium" charset="0"/>
                          <a:ea typeface="페이퍼로지 5 Medium" charset="0"/>
                        </a:rPr>
                        <a:t>squishide</a:t>
                      </a:r>
                      <a:endParaRPr lang="ko-KR" altLang="en-US" sz="1400" kern="1200" i="0" b="0">
                        <a:solidFill>
                          <a:srgbClr val="1C2024"/>
                        </a:solidFill>
                        <a:latin typeface="페이퍼로지 5 Medium" charset="0"/>
                        <a:ea typeface="페이퍼로지 5 Medium" charset="0"/>
                      </a:endParaRPr>
                    </a:p>
                  </a:txBody>
                  <a:tcPr marL="133350" marR="133350" marT="95250" marB="9525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vl="1">
                        <a:buFontTx/>
                        <a:buNone/>
                      </a:pPr>
                      <a:r>
                        <a:rPr sz="1200" kern="1200" i="0" b="0">
                          <a:solidFill>
                            <a:srgbClr val="1C2024"/>
                          </a:solidFill>
                          <a:latin typeface="페이퍼로지 5 Medium" charset="0"/>
                          <a:ea typeface="페이퍼로지 5 Medium" charset="0"/>
                        </a:rPr>
                        <a:t>테스트 스위트/케이스 작성, 레코딩, 실행, 디버깅, 결과 확인. Eclipse 기반 GUI.</a:t>
                      </a:r>
                      <a:endParaRPr lang="ko-KR" altLang="en-US" sz="1200" kern="1200" i="0" b="0">
                        <a:solidFill>
                          <a:srgbClr val="1C2024"/>
                        </a:solidFill>
                        <a:latin typeface="페이퍼로지 5 Medium" charset="0"/>
                        <a:ea typeface="페이퍼로지 5 Medium" charset="0"/>
                      </a:endParaRPr>
                    </a:p>
                  </a:txBody>
                  <a:tcPr marL="133350" marR="133350" marT="95250" marB="9525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 marL="0" indent="0" algn="l" lvl="1">
                        <a:buFontTx/>
                        <a:buNone/>
                      </a:pPr>
                      <a:r>
                        <a:rPr sz="1400" kern="1200" i="0" b="0">
                          <a:solidFill>
                            <a:srgbClr val="1C2024"/>
                          </a:solidFill>
                          <a:latin typeface="페이퍼로지 7 Bold" charset="0"/>
                          <a:ea typeface="페이퍼로지 7 Bold" charset="0"/>
                        </a:rPr>
                        <a:t>squishserver</a:t>
                      </a:r>
                      <a:endParaRPr lang="ko-KR" altLang="en-US" sz="1400" kern="1200" i="0" b="0">
                        <a:solidFill>
                          <a:srgbClr val="1C2024"/>
                        </a:solidFill>
                        <a:latin typeface="페이퍼로지 7 Bold" charset="0"/>
                        <a:ea typeface="페이퍼로지 7 Bold" charset="0"/>
                      </a:endParaRPr>
                    </a:p>
                  </a:txBody>
                  <a:tcPr marL="133350" marR="133350" marT="95250" marB="9525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vl="1">
                        <a:buFontTx/>
                        <a:buNone/>
                      </a:pPr>
                      <a:r>
                        <a:rPr sz="1200" kern="1200" i="0" b="0">
                          <a:solidFill>
                            <a:srgbClr val="1C2024"/>
                          </a:solidFill>
                          <a:latin typeface="페이퍼로지 5 Medium" charset="0"/>
                          <a:ea typeface="페이퍼로지 5 Medium" charset="0"/>
                        </a:rPr>
                        <a:t>AUT를 실행·후킹하고 스크립트 명령을 실제 GUI 조작으로 중계. 기본 포트 4322.</a:t>
                      </a:r>
                      <a:endParaRPr lang="ko-KR" altLang="en-US" sz="1200" kern="1200" i="0" b="0">
                        <a:solidFill>
                          <a:srgbClr val="1C2024"/>
                        </a:solidFill>
                        <a:latin typeface="페이퍼로지 5 Medium" charset="0"/>
                        <a:ea typeface="페이퍼로지 5 Medium" charset="0"/>
                      </a:endParaRPr>
                    </a:p>
                  </a:txBody>
                  <a:tcPr marL="133350" marR="133350" marT="95250" marB="9525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 marL="0" indent="0" algn="l" lvl="1">
                        <a:buFontTx/>
                        <a:buNone/>
                      </a:pPr>
                      <a:r>
                        <a:rPr sz="1400" kern="1200" i="0" b="0">
                          <a:solidFill>
                            <a:srgbClr val="1C2024"/>
                          </a:solidFill>
                          <a:latin typeface="페이퍼로지 7 Bold" charset="0"/>
                          <a:ea typeface="페이퍼로지 7 Bold" charset="0"/>
                        </a:rPr>
                        <a:t>squishrunner</a:t>
                      </a:r>
                      <a:endParaRPr lang="ko-KR" altLang="en-US" sz="1400" kern="1200" i="0" b="0">
                        <a:solidFill>
                          <a:srgbClr val="1C2024"/>
                        </a:solidFill>
                        <a:latin typeface="페이퍼로지 7 Bold" charset="0"/>
                        <a:ea typeface="페이퍼로지 7 Bold" charset="0"/>
                      </a:endParaRPr>
                    </a:p>
                  </a:txBody>
                  <a:tcPr marL="133350" marR="133350" marT="95250" marB="9525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vl="1">
                        <a:buFontTx/>
                        <a:buNone/>
                      </a:pPr>
                      <a:r>
                        <a:rPr sz="1200" kern="1200" i="0" b="0">
                          <a:solidFill>
                            <a:srgbClr val="1C2024"/>
                          </a:solidFill>
                          <a:latin typeface="페이퍼로지 5 Medium" charset="0"/>
                          <a:ea typeface="페이퍼로지 5 Medium" charset="0"/>
                        </a:rPr>
                        <a:t>테스트를 실행하는 커맨드라인 도구. CI/배치 실행의 진입점.</a:t>
                      </a:r>
                      <a:endParaRPr lang="ko-KR" altLang="en-US" sz="1200" kern="1200" i="0" b="0">
                        <a:solidFill>
                          <a:srgbClr val="1C2024"/>
                        </a:solidFill>
                        <a:latin typeface="페이퍼로지 5 Medium" charset="0"/>
                        <a:ea typeface="페이퍼로지 5 Medium" charset="0"/>
                      </a:endParaRPr>
                    </a:p>
                  </a:txBody>
                  <a:tcPr marL="133350" marR="133350" marT="95250" marB="9525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3" name="Picture " descr="C:/Users/IHJEON/AppData/Roaming/PolarisOffice/ETemp/2152_18210416/fImage1968318741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805815" y="4807585"/>
            <a:ext cx="1068705" cy="860425"/>
          </a:xfrm>
          <a:prstGeom prst="rect"/>
          <a:noFill/>
        </p:spPr>
      </p:pic>
      <p:sp>
        <p:nvSpPr>
          <p:cNvPr id="84" name="Rect 0"/>
          <p:cNvSpPr txBox="1">
            <a:spLocks/>
          </p:cNvSpPr>
          <p:nvPr/>
        </p:nvSpPr>
        <p:spPr>
          <a:xfrm rot="0">
            <a:off x="1996440" y="4732655"/>
            <a:ext cx="986155" cy="429895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ko-KR" sz="1100">
                <a:solidFill>
                  <a:srgbClr val="2F528F"/>
                </a:solidFill>
                <a:latin typeface="페이퍼로지 7 Bold" charset="0"/>
                <a:ea typeface="페이퍼로지 7 Bold" charset="0"/>
              </a:rPr>
              <a:t>S</a:t>
            </a:r>
            <a:r>
              <a:rPr lang="ko-KR" altLang="ko-KR" sz="1100">
                <a:solidFill>
                  <a:srgbClr val="2F528F"/>
                </a:solidFill>
                <a:latin typeface="페이퍼로지 7 Bold" charset="0"/>
                <a:ea typeface="페이퍼로지 7 Bold" charset="0"/>
              </a:rPr>
              <a:t>quish IDE</a:t>
            </a:r>
            <a:endParaRPr lang="ko-KR" altLang="en-US" sz="1100">
              <a:solidFill>
                <a:srgbClr val="2F528F"/>
              </a:solidFill>
              <a:latin typeface="페이퍼로지 7 Bold" charset="0"/>
              <a:ea typeface="페이퍼로지 7 Bold" charset="0"/>
            </a:endParaRPr>
          </a:p>
          <a:p>
            <a:pPr marL="0" indent="0">
              <a:buFontTx/>
              <a:buNone/>
            </a:pPr>
            <a:r>
              <a:rPr lang="ko-KR" altLang="ko-KR" sz="1100">
                <a:solidFill>
                  <a:srgbClr val="2F528F"/>
                </a:solidFill>
                <a:latin typeface="페이퍼로지 7 Bold" charset="0"/>
                <a:ea typeface="페이퍼로지 7 Bold" charset="0"/>
              </a:rPr>
              <a:t>(</a:t>
            </a:r>
            <a:r>
              <a:rPr lang="ko-KR" altLang="ko-KR" sz="1100">
                <a:solidFill>
                  <a:srgbClr val="2F528F"/>
                </a:solidFill>
                <a:latin typeface="페이퍼로지 7 Bold" charset="0"/>
                <a:ea typeface="페이퍼로지 7 Bold" charset="0"/>
              </a:rPr>
              <a:t>s</a:t>
            </a:r>
            <a:r>
              <a:rPr lang="ko-KR" altLang="ko-KR" sz="1100">
                <a:solidFill>
                  <a:srgbClr val="2F528F"/>
                </a:solidFill>
                <a:latin typeface="페이퍼로지 7 Bold" charset="0"/>
                <a:ea typeface="페이퍼로지 7 Bold" charset="0"/>
              </a:rPr>
              <a:t>quishide)</a:t>
            </a:r>
            <a:endParaRPr lang="ko-KR" altLang="en-US" sz="1100">
              <a:solidFill>
                <a:srgbClr val="2F528F"/>
              </a:solidFill>
              <a:latin typeface="페이퍼로지 7 Bold" charset="0"/>
              <a:ea typeface="페이퍼로지 7 Bold" charset="0"/>
            </a:endParaRPr>
          </a:p>
        </p:txBody>
      </p:sp>
      <p:sp>
        <p:nvSpPr>
          <p:cNvPr id="86" name="Rect 0"/>
          <p:cNvSpPr>
            <a:spLocks/>
          </p:cNvSpPr>
          <p:nvPr/>
        </p:nvSpPr>
        <p:spPr>
          <a:xfrm rot="0">
            <a:off x="3737610" y="4543425"/>
            <a:ext cx="2245360" cy="1386205"/>
          </a:xfrm>
          <a:prstGeom prst="roundRect"/>
          <a:noFill/>
          <a:ln w="19050" cap="flat" cmpd="sng">
            <a:solidFill>
              <a:srgbClr val="2F528F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88" name="Rect 0"/>
          <p:cNvSpPr txBox="1">
            <a:spLocks/>
          </p:cNvSpPr>
          <p:nvPr/>
        </p:nvSpPr>
        <p:spPr>
          <a:xfrm rot="0">
            <a:off x="4756785" y="4732020"/>
            <a:ext cx="1166495" cy="260985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ko-KR" sz="1100">
                <a:solidFill>
                  <a:srgbClr val="2F528F"/>
                </a:solidFill>
                <a:latin typeface="페이퍼로지 7 Bold" charset="0"/>
                <a:ea typeface="페이퍼로지 7 Bold" charset="0"/>
              </a:rPr>
              <a:t>s</a:t>
            </a:r>
            <a:r>
              <a:rPr lang="ko-KR" altLang="ko-KR" sz="1100">
                <a:solidFill>
                  <a:srgbClr val="2F528F"/>
                </a:solidFill>
                <a:latin typeface="페이퍼로지 7 Bold" charset="0"/>
                <a:ea typeface="페이퍼로지 7 Bold" charset="0"/>
              </a:rPr>
              <a:t>quish</a:t>
            </a:r>
            <a:r>
              <a:rPr lang="ko-KR" altLang="ko-KR" sz="1100">
                <a:solidFill>
                  <a:srgbClr val="2F528F"/>
                </a:solidFill>
                <a:latin typeface="페이퍼로지 7 Bold" charset="0"/>
                <a:ea typeface="페이퍼로지 7 Bold" charset="0"/>
              </a:rPr>
              <a:t>r</a:t>
            </a:r>
            <a:r>
              <a:rPr lang="ko-KR" altLang="ko-KR" sz="1100">
                <a:solidFill>
                  <a:srgbClr val="2F528F"/>
                </a:solidFill>
                <a:latin typeface="페이퍼로지 7 Bold" charset="0"/>
                <a:ea typeface="페이퍼로지 7 Bold" charset="0"/>
              </a:rPr>
              <a:t>unner</a:t>
            </a:r>
            <a:endParaRPr lang="ko-KR" altLang="en-US" sz="1100">
              <a:solidFill>
                <a:srgbClr val="2F528F"/>
              </a:solidFill>
              <a:latin typeface="페이퍼로지 7 Bold" charset="0"/>
              <a:ea typeface="페이퍼로지 7 Bold" charset="0"/>
            </a:endParaRPr>
          </a:p>
        </p:txBody>
      </p:sp>
      <p:pic>
        <p:nvPicPr>
          <p:cNvPr id="89" name="Picture " descr="C:/Users/IHJEON/AppData/Roaming/PolarisOffice/ETemp/2152_18210416/fImage88391918467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3874135" y="4830445"/>
            <a:ext cx="895985" cy="800735"/>
          </a:xfrm>
          <a:prstGeom prst="rect"/>
          <a:noFill/>
        </p:spPr>
      </p:pic>
      <p:sp>
        <p:nvSpPr>
          <p:cNvPr id="90" name="Rect 0"/>
          <p:cNvSpPr>
            <a:spLocks/>
          </p:cNvSpPr>
          <p:nvPr/>
        </p:nvSpPr>
        <p:spPr>
          <a:xfrm rot="0">
            <a:off x="6552565" y="4542790"/>
            <a:ext cx="2245360" cy="1386205"/>
          </a:xfrm>
          <a:prstGeom prst="roundRect"/>
          <a:noFill/>
          <a:ln w="19050" cap="flat" cmpd="sng">
            <a:solidFill>
              <a:srgbClr val="2F528F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91" name="Rect 0"/>
          <p:cNvSpPr txBox="1">
            <a:spLocks/>
          </p:cNvSpPr>
          <p:nvPr/>
        </p:nvSpPr>
        <p:spPr>
          <a:xfrm rot="0">
            <a:off x="7463155" y="4803775"/>
            <a:ext cx="1119505" cy="260985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ko-KR" sz="1100">
                <a:solidFill>
                  <a:srgbClr val="2F528F"/>
                </a:solidFill>
                <a:latin typeface="페이퍼로지 7 Bold" charset="0"/>
                <a:ea typeface="페이퍼로지 7 Bold" charset="0"/>
              </a:rPr>
              <a:t>s</a:t>
            </a:r>
            <a:r>
              <a:rPr lang="ko-KR" altLang="ko-KR" sz="1100">
                <a:solidFill>
                  <a:srgbClr val="2F528F"/>
                </a:solidFill>
                <a:latin typeface="페이퍼로지 7 Bold" charset="0"/>
                <a:ea typeface="페이퍼로지 7 Bold" charset="0"/>
              </a:rPr>
              <a:t>quish</a:t>
            </a:r>
            <a:r>
              <a:rPr lang="ko-KR" altLang="ko-KR" sz="1100">
                <a:solidFill>
                  <a:srgbClr val="2F528F"/>
                </a:solidFill>
                <a:latin typeface="페이퍼로지 7 Bold" charset="0"/>
                <a:ea typeface="페이퍼로지 7 Bold" charset="0"/>
              </a:rPr>
              <a:t>s</a:t>
            </a:r>
            <a:r>
              <a:rPr lang="ko-KR" altLang="ko-KR" sz="1100">
                <a:solidFill>
                  <a:srgbClr val="2F528F"/>
                </a:solidFill>
                <a:latin typeface="페이퍼로지 7 Bold" charset="0"/>
                <a:ea typeface="페이퍼로지 7 Bold" charset="0"/>
              </a:rPr>
              <a:t>erver</a:t>
            </a:r>
            <a:endParaRPr lang="ko-KR" altLang="en-US" sz="1100">
              <a:solidFill>
                <a:srgbClr val="2F528F"/>
              </a:solidFill>
              <a:latin typeface="페이퍼로지 7 Bold" charset="0"/>
              <a:ea typeface="페이퍼로지 7 Bold" charset="0"/>
            </a:endParaRPr>
          </a:p>
        </p:txBody>
      </p:sp>
      <p:pic>
        <p:nvPicPr>
          <p:cNvPr id="93" name="그림 27" descr="C:/Users/IHJEON/AppData/Roaming/PolarisOffice/ETemp/2152_18210416/fImage97571986334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713855" y="4658995"/>
            <a:ext cx="648335" cy="1143635"/>
          </a:xfrm>
          <a:prstGeom prst="rect"/>
          <a:noFill/>
        </p:spPr>
      </p:pic>
      <p:sp>
        <p:nvSpPr>
          <p:cNvPr id="94" name="도형 28"/>
          <p:cNvSpPr>
            <a:spLocks/>
          </p:cNvSpPr>
          <p:nvPr/>
        </p:nvSpPr>
        <p:spPr>
          <a:xfrm rot="0">
            <a:off x="9376410" y="4879975"/>
            <a:ext cx="1849120" cy="905510"/>
          </a:xfrm>
          <a:prstGeom prst="roundRect"/>
          <a:noFill/>
          <a:ln w="19050" cap="flat" cmpd="sng">
            <a:solidFill>
              <a:srgbClr val="2F528F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95" name="텍스트 상자 29"/>
          <p:cNvSpPr txBox="1">
            <a:spLocks/>
          </p:cNvSpPr>
          <p:nvPr/>
        </p:nvSpPr>
        <p:spPr>
          <a:xfrm rot="0">
            <a:off x="10431780" y="5092700"/>
            <a:ext cx="702945" cy="42989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ctr">
              <a:buFontTx/>
              <a:buNone/>
            </a:pPr>
            <a:r>
              <a:rPr lang="ko-KR" altLang="ko-KR" sz="1100">
                <a:solidFill>
                  <a:srgbClr val="2F528F"/>
                </a:solidFill>
                <a:latin typeface="페이퍼로지 7 Bold" charset="0"/>
                <a:ea typeface="페이퍼로지 7 Bold" charset="0"/>
              </a:rPr>
              <a:t>A</a:t>
            </a:r>
            <a:r>
              <a:rPr lang="ko-KR" altLang="ko-KR" sz="1100">
                <a:solidFill>
                  <a:srgbClr val="2F528F"/>
                </a:solidFill>
                <a:latin typeface="페이퍼로지 7 Bold" charset="0"/>
                <a:ea typeface="페이퍼로지 7 Bold" charset="0"/>
              </a:rPr>
              <a:t>UT</a:t>
            </a:r>
            <a:endParaRPr lang="ko-KR" altLang="en-US" sz="1100">
              <a:solidFill>
                <a:srgbClr val="2F528F"/>
              </a:solidFill>
              <a:latin typeface="페이퍼로지 7 Bold" charset="0"/>
              <a:ea typeface="페이퍼로지 7 Bold" charset="0"/>
            </a:endParaRPr>
          </a:p>
          <a:p>
            <a:pPr marL="0" indent="0" algn="ctr">
              <a:buFontTx/>
              <a:buNone/>
            </a:pPr>
            <a:r>
              <a:rPr lang="ko-KR" altLang="ko-KR" sz="1100">
                <a:solidFill>
                  <a:srgbClr val="2F528F"/>
                </a:solidFill>
                <a:latin typeface="페이퍼로지 7 Bold" charset="0"/>
                <a:ea typeface="페이퍼로지 7 Bold" charset="0"/>
              </a:rPr>
              <a:t>(</a:t>
            </a:r>
            <a:r>
              <a:rPr lang="ko-KR" altLang="ko-KR" sz="1100">
                <a:solidFill>
                  <a:srgbClr val="501EFF"/>
                </a:solidFill>
                <a:latin typeface="페이퍼로지 7 Bold" charset="0"/>
                <a:ea typeface="페이퍼로지 7 Bold" charset="0"/>
              </a:rPr>
              <a:t>M</a:t>
            </a:r>
            <a:r>
              <a:rPr lang="ko-KR" altLang="ko-KR" sz="1100">
                <a:solidFill>
                  <a:srgbClr val="501EFF"/>
                </a:solidFill>
                <a:latin typeface="페이퍼로지 7 Bold" charset="0"/>
                <a:ea typeface="페이퍼로지 7 Bold" charset="0"/>
              </a:rPr>
              <a:t>u</a:t>
            </a:r>
            <a:r>
              <a:rPr lang="ko-KR" altLang="ko-KR" sz="1100">
                <a:solidFill>
                  <a:srgbClr val="501EFF"/>
                </a:solidFill>
                <a:latin typeface="페이퍼로지 7 Bold" charset="0"/>
                <a:ea typeface="페이퍼로지 7 Bold" charset="0"/>
              </a:rPr>
              <a:t>L</a:t>
            </a:r>
            <a:r>
              <a:rPr lang="ko-KR" altLang="ko-KR" sz="1100">
                <a:solidFill>
                  <a:srgbClr val="501EFF"/>
                </a:solidFill>
                <a:latin typeface="페이퍼로지 7 Bold" charset="0"/>
                <a:ea typeface="페이퍼로지 7 Bold" charset="0"/>
              </a:rPr>
              <a:t>i</a:t>
            </a:r>
            <a:r>
              <a:rPr lang="ko-KR" altLang="ko-KR" sz="1100">
                <a:solidFill>
                  <a:srgbClr val="501EFF"/>
                </a:solidFill>
                <a:latin typeface="페이퍼로지 7 Bold" charset="0"/>
                <a:ea typeface="페이퍼로지 7 Bold" charset="0"/>
              </a:rPr>
              <a:t>N</a:t>
            </a:r>
            <a:r>
              <a:rPr lang="ko-KR" altLang="ko-KR" sz="1100">
                <a:solidFill>
                  <a:srgbClr val="2F528F"/>
                </a:solidFill>
                <a:latin typeface="페이퍼로지 7 Bold" charset="0"/>
                <a:ea typeface="페이퍼로지 7 Bold" charset="0"/>
              </a:rPr>
              <a:t>)</a:t>
            </a:r>
            <a:endParaRPr lang="ko-KR" altLang="en-US" sz="1100">
              <a:solidFill>
                <a:srgbClr val="2F528F"/>
              </a:solidFill>
              <a:latin typeface="페이퍼로지 7 Bold" charset="0"/>
              <a:ea typeface="페이퍼로지 7 Bold" charset="0"/>
            </a:endParaRPr>
          </a:p>
        </p:txBody>
      </p:sp>
      <p:pic>
        <p:nvPicPr>
          <p:cNvPr id="97" name="그림 31" descr="C:/Users/IHJEON/AppData/Roaming/PolarisOffice/ETemp/2152_18210416/fImage87902026500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9561830" y="4963160"/>
            <a:ext cx="781685" cy="734060"/>
          </a:xfrm>
          <a:prstGeom prst="rect"/>
          <a:noFill/>
        </p:spPr>
      </p:pic>
      <p:cxnSp>
        <p:nvCxnSpPr>
          <p:cNvPr id="98" name="도형 32"/>
          <p:cNvCxnSpPr/>
          <p:nvPr/>
        </p:nvCxnSpPr>
        <p:spPr>
          <a:xfrm rot="0">
            <a:off x="3176905" y="5277485"/>
            <a:ext cx="553085" cy="635"/>
          </a:xfrm>
          <a:prstGeom prst="straightConnector1"/>
          <a:ln w="38100" cap="flat" cmpd="sng"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도형 37"/>
          <p:cNvCxnSpPr/>
          <p:nvPr/>
        </p:nvCxnSpPr>
        <p:spPr>
          <a:xfrm rot="0">
            <a:off x="5991225" y="5285740"/>
            <a:ext cx="553085" cy="1270"/>
          </a:xfrm>
          <a:prstGeom prst="straightConnector1"/>
          <a:ln w="38100" cap="flat" cmpd="sng">
            <a:solidFill>
              <a:srgbClr val="4472C4">
                <a:alpha val="100000"/>
              </a:srgb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도형 38"/>
          <p:cNvCxnSpPr/>
          <p:nvPr/>
        </p:nvCxnSpPr>
        <p:spPr>
          <a:xfrm rot="0">
            <a:off x="8815070" y="5412105"/>
            <a:ext cx="553085" cy="1270"/>
          </a:xfrm>
          <a:prstGeom prst="straightConnector1"/>
          <a:ln w="38100" cap="flat" cmpd="sng">
            <a:solidFill>
              <a:srgbClr val="4472C4">
                <a:alpha val="100000"/>
              </a:srgbClr>
            </a:solidFill>
            <a:prstDash val="solid"/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텍스트 상자 41"/>
          <p:cNvSpPr txBox="1">
            <a:spLocks/>
          </p:cNvSpPr>
          <p:nvPr/>
        </p:nvSpPr>
        <p:spPr>
          <a:xfrm rot="0">
            <a:off x="7489825" y="5147310"/>
            <a:ext cx="1139190" cy="429895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ko-KR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· </a:t>
            </a:r>
            <a:r>
              <a:rPr lang="ko-KR" altLang="ko-KR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A</a:t>
            </a:r>
            <a:r>
              <a:rPr lang="ko-KR" altLang="ko-KR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U</a:t>
            </a:r>
            <a:r>
              <a:rPr lang="ko-KR" altLang="ko-KR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T 실</a:t>
            </a:r>
            <a:r>
              <a:rPr lang="ko-KR" altLang="ko-KR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행/</a:t>
            </a:r>
            <a:r>
              <a:rPr lang="ko-KR" altLang="ko-KR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후</a:t>
            </a:r>
            <a:r>
              <a:rPr lang="ko-KR" altLang="ko-KR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킹</a:t>
            </a:r>
            <a:endParaRPr lang="ko-KR" altLang="en-US" sz="1100">
              <a:solidFill>
                <a:srgbClr val="2F3645"/>
              </a:solidFill>
              <a:latin typeface="페이퍼로지 5 Medium" charset="0"/>
              <a:ea typeface="페이퍼로지 5 Medium" charset="0"/>
            </a:endParaRPr>
          </a:p>
          <a:p>
            <a:pPr marL="0" indent="0">
              <a:buFontTx/>
              <a:buNone/>
            </a:pPr>
            <a:r>
              <a:rPr lang="ko-KR" altLang="ko-KR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· G</a:t>
            </a:r>
            <a:r>
              <a:rPr lang="ko-KR" altLang="ko-KR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UI 조</a:t>
            </a:r>
            <a:r>
              <a:rPr lang="ko-KR" altLang="ko-KR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작 </a:t>
            </a:r>
            <a:r>
              <a:rPr lang="ko-KR" altLang="ko-KR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중</a:t>
            </a:r>
            <a:r>
              <a:rPr lang="ko-KR" altLang="ko-KR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계</a:t>
            </a:r>
            <a:endParaRPr lang="ko-KR" altLang="en-US" sz="1100">
              <a:solidFill>
                <a:srgbClr val="2F3645"/>
              </a:solidFill>
              <a:latin typeface="페이퍼로지 5 Medium" charset="0"/>
              <a:ea typeface="페이퍼로지 5 Medium" charset="0"/>
            </a:endParaRPr>
          </a:p>
        </p:txBody>
      </p:sp>
      <p:sp>
        <p:nvSpPr>
          <p:cNvPr id="102" name="텍스트 상자 42"/>
          <p:cNvSpPr txBox="1">
            <a:spLocks/>
          </p:cNvSpPr>
          <p:nvPr/>
        </p:nvSpPr>
        <p:spPr>
          <a:xfrm rot="0">
            <a:off x="4791710" y="5119370"/>
            <a:ext cx="1188085" cy="598805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ko-KR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· </a:t>
            </a:r>
            <a:r>
              <a:rPr lang="ko-KR" altLang="ko-KR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커맨드 </a:t>
            </a:r>
            <a:r>
              <a:rPr lang="ko-KR" altLang="ko-KR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도</a:t>
            </a:r>
            <a:r>
              <a:rPr lang="ko-KR" altLang="ko-KR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구</a:t>
            </a:r>
            <a:endParaRPr lang="ko-KR" altLang="en-US" sz="1100">
              <a:solidFill>
                <a:srgbClr val="2F3645"/>
              </a:solidFill>
              <a:latin typeface="페이퍼로지 5 Medium" charset="0"/>
              <a:ea typeface="페이퍼로지 5 Medium" charset="0"/>
            </a:endParaRPr>
          </a:p>
          <a:p>
            <a:pPr marL="0" indent="0">
              <a:buFontTx/>
              <a:buNone/>
            </a:pPr>
            <a:r>
              <a:rPr lang="ko-KR" altLang="ko-KR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· </a:t>
            </a:r>
            <a:r>
              <a:rPr lang="ko-KR" altLang="ko-KR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C</a:t>
            </a:r>
            <a:r>
              <a:rPr lang="ko-KR" altLang="ko-KR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I/</a:t>
            </a:r>
            <a:r>
              <a:rPr lang="ko-KR" altLang="ko-KR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배치 </a:t>
            </a:r>
            <a:r>
              <a:rPr lang="ko-KR" altLang="ko-KR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실행</a:t>
            </a:r>
            <a:r>
              <a:rPr lang="ko-KR" altLang="ko-KR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의</a:t>
            </a:r>
            <a:r>
              <a:rPr lang="ko-KR" altLang="ko-KR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/>
            </a:r>
            <a:br>
              <a:rPr lang="ko-KR" altLang="ko-KR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</a:br>
            <a:r>
              <a:rPr lang="ko-KR" altLang="ko-KR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 </a:t>
            </a:r>
            <a:r>
              <a:rPr lang="ko-KR" altLang="ko-KR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진입</a:t>
            </a:r>
            <a:r>
              <a:rPr lang="ko-KR" altLang="ko-KR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점</a:t>
            </a:r>
            <a:endParaRPr lang="ko-KR" altLang="en-US" sz="1100">
              <a:solidFill>
                <a:srgbClr val="2F3645"/>
              </a:solidFill>
              <a:latin typeface="페이퍼로지 5 Medium" charset="0"/>
              <a:ea typeface="페이퍼로지 5 Medium" charset="0"/>
            </a:endParaRPr>
          </a:p>
        </p:txBody>
      </p:sp>
      <p:sp>
        <p:nvSpPr>
          <p:cNvPr id="103" name="텍스트 상자 43"/>
          <p:cNvSpPr txBox="1">
            <a:spLocks/>
          </p:cNvSpPr>
          <p:nvPr/>
        </p:nvSpPr>
        <p:spPr>
          <a:xfrm rot="0">
            <a:off x="1804035" y="5236845"/>
            <a:ext cx="1371600" cy="429895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ko-KR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· </a:t>
            </a:r>
            <a:r>
              <a:rPr lang="ko-KR" altLang="ko-KR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레코딩,</a:t>
            </a:r>
            <a:r>
              <a:rPr lang="ko-KR" altLang="ko-KR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 실</a:t>
            </a:r>
            <a:r>
              <a:rPr lang="ko-KR" altLang="ko-KR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행,</a:t>
            </a:r>
            <a:r>
              <a:rPr lang="ko-KR" altLang="ko-KR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 디버</a:t>
            </a:r>
            <a:r>
              <a:rPr lang="ko-KR" altLang="ko-KR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깅</a:t>
            </a:r>
            <a:endParaRPr lang="ko-KR" altLang="en-US" sz="1100">
              <a:solidFill>
                <a:srgbClr val="2F3645"/>
              </a:solidFill>
              <a:latin typeface="페이퍼로지 5 Medium" charset="0"/>
              <a:ea typeface="페이퍼로지 5 Medium" charset="0"/>
            </a:endParaRPr>
          </a:p>
          <a:p>
            <a:pPr marL="0" indent="0">
              <a:buFontTx/>
              <a:buNone/>
            </a:pPr>
            <a:r>
              <a:rPr lang="ko-KR" altLang="ko-KR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·</a:t>
            </a:r>
            <a:r>
              <a:rPr lang="ko-KR" altLang="ko-KR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테스트 </a:t>
            </a:r>
            <a:r>
              <a:rPr lang="ko-KR" altLang="ko-KR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케이</a:t>
            </a:r>
            <a:r>
              <a:rPr lang="ko-KR" altLang="ko-KR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스 </a:t>
            </a:r>
            <a:r>
              <a:rPr lang="ko-KR" altLang="ko-KR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작</a:t>
            </a:r>
            <a:r>
              <a:rPr lang="ko-KR" altLang="ko-KR" sz="11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성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 0"/>
          <p:cNvSpPr txBox="1">
            <a:spLocks/>
          </p:cNvSpPr>
          <p:nvPr/>
        </p:nvSpPr>
        <p:spPr>
          <a:xfrm rot="0">
            <a:off x="280670" y="420370"/>
            <a:ext cx="1565275" cy="276860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en-US" altLang="ko-KR" sz="1200">
                <a:solidFill>
                  <a:srgbClr val="00B1FF"/>
                </a:solidFill>
                <a:latin typeface="페이퍼로지 7 Bold" charset="0"/>
                <a:ea typeface="페이퍼로지 7 Bold" charset="0"/>
              </a:rPr>
              <a:t>01 </a:t>
            </a:r>
            <a:r>
              <a:rPr lang="ko-KR" altLang="en-US" sz="1200">
                <a:solidFill>
                  <a:srgbClr val="111827"/>
                </a:solidFill>
                <a:latin typeface="페이퍼로지 7 Bold" charset="0"/>
                <a:ea typeface="페이퍼로지 7 Bold" charset="0"/>
              </a:rPr>
              <a:t>Squish </a:t>
            </a:r>
            <a:r>
              <a:rPr lang="ko-KR" altLang="en-US" sz="1200">
                <a:solidFill>
                  <a:srgbClr val="111827"/>
                </a:solidFill>
                <a:latin typeface="페이퍼로지 7 Bold" charset="0"/>
                <a:ea typeface="페이퍼로지 7 Bold" charset="0"/>
              </a:rPr>
              <a:t>설치 </a:t>
            </a:r>
            <a:r>
              <a:rPr lang="ko-KR" altLang="en-US" sz="1200">
                <a:solidFill>
                  <a:srgbClr val="111827"/>
                </a:solidFill>
                <a:latin typeface="페이퍼로지 7 Bold" charset="0"/>
                <a:ea typeface="페이퍼로지 7 Bold" charset="0"/>
              </a:rPr>
              <a:t>방</a:t>
            </a:r>
            <a:r>
              <a:rPr lang="ko-KR" altLang="en-US" sz="1200">
                <a:solidFill>
                  <a:srgbClr val="111827"/>
                </a:solidFill>
                <a:latin typeface="페이퍼로지 7 Bold" charset="0"/>
                <a:ea typeface="페이퍼로지 7 Bold" charset="0"/>
              </a:rPr>
              <a:t>법</a:t>
            </a:r>
            <a:endParaRPr lang="ko-KR" altLang="en-US" sz="1200">
              <a:solidFill>
                <a:srgbClr val="111827"/>
              </a:solidFill>
              <a:latin typeface="페이퍼로지 7 Bold" charset="0"/>
              <a:ea typeface="페이퍼로지 7 Bold" charset="0"/>
            </a:endParaRPr>
          </a:p>
        </p:txBody>
      </p:sp>
      <p:sp>
        <p:nvSpPr>
          <p:cNvPr id="51" name="Rect 0"/>
          <p:cNvSpPr txBox="1">
            <a:spLocks/>
          </p:cNvSpPr>
          <p:nvPr/>
        </p:nvSpPr>
        <p:spPr>
          <a:xfrm rot="0">
            <a:off x="11747500" y="6520815"/>
            <a:ext cx="323850" cy="216535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 algn="r">
              <a:buFontTx/>
              <a:buNone/>
            </a:pPr>
            <a:r>
              <a:rPr lang="en-US" altLang="ko-KR" sz="800">
                <a:solidFill>
                  <a:srgbClr val="89909F"/>
                </a:solidFill>
                <a:latin typeface="페이퍼로지 6 SemiBold" charset="0"/>
                <a:ea typeface="페이퍼로지 6 SemiBold" charset="0"/>
              </a:rPr>
              <a:t>11</a:t>
            </a:r>
            <a:endParaRPr lang="ko-KR" altLang="en-US" sz="800">
              <a:solidFill>
                <a:srgbClr val="89909F"/>
              </a:solidFill>
              <a:latin typeface="페이퍼로지 6 SemiBold" charset="0"/>
              <a:ea typeface="페이퍼로지 6 SemiBold" charset="0"/>
            </a:endParaRPr>
          </a:p>
        </p:txBody>
      </p:sp>
      <p:sp>
        <p:nvSpPr>
          <p:cNvPr id="53" name="도형 51"/>
          <p:cNvSpPr>
            <a:spLocks/>
          </p:cNvSpPr>
          <p:nvPr/>
        </p:nvSpPr>
        <p:spPr>
          <a:xfrm rot="0">
            <a:off x="3785870" y="1960245"/>
            <a:ext cx="4619625" cy="338455"/>
          </a:xfrm>
          <a:prstGeom prst="rect"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lang="ko-KR" altLang="ko-KR" sz="1600">
                <a:solidFill>
                  <a:srgbClr val="00B1FF"/>
                </a:solidFill>
                <a:latin typeface="페이퍼로지 7 Bold" charset="0"/>
                <a:ea typeface="페이퍼로지 7 Bold" charset="0"/>
              </a:rPr>
              <a:t>(주의)</a:t>
            </a:r>
            <a:r>
              <a:rPr lang="ko-KR" sz="1600">
                <a:solidFill>
                  <a:srgbClr val="501EFF"/>
                </a:solidFill>
                <a:latin typeface="페이퍼로지 7 Bold" charset="0"/>
                <a:ea typeface="페이퍼로지 7 Bold" charset="0"/>
              </a:rPr>
              <a:t> </a:t>
            </a: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A</a:t>
            </a: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UT</a:t>
            </a: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에 </a:t>
            </a: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맞</a:t>
            </a: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는 </a:t>
            </a: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Squish </a:t>
            </a: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I</a:t>
            </a: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nstaller</a:t>
            </a: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로 </a:t>
            </a: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설치해</a:t>
            </a: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야 함.</a:t>
            </a:r>
            <a:endParaRPr lang="ko-KR" altLang="en-US" sz="1600">
              <a:solidFill>
                <a:srgbClr val="2F3645"/>
              </a:solidFill>
              <a:latin typeface="페이퍼로지 7 Bold" charset="0"/>
              <a:ea typeface="페이퍼로지 7 Bold" charset="0"/>
            </a:endParaRPr>
          </a:p>
        </p:txBody>
      </p:sp>
      <p:pic>
        <p:nvPicPr>
          <p:cNvPr id="54" name="그림 52" descr="C:/Users/IHJEON/AppData/Roaming/PolarisOffice/ETemp/2152_18210416/fImage32949026500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8313"/>
          <a:stretch>
            <a:fillRect/>
          </a:stretch>
        </p:blipFill>
        <p:spPr>
          <a:xfrm rot="0">
            <a:off x="1322070" y="3415030"/>
            <a:ext cx="553085" cy="563880"/>
          </a:xfrm>
          <a:prstGeom prst="rect"/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</a:ln>
        </p:spPr>
      </p:pic>
      <p:sp>
        <p:nvSpPr>
          <p:cNvPr id="55" name="도형 53"/>
          <p:cNvSpPr>
            <a:spLocks/>
          </p:cNvSpPr>
          <p:nvPr/>
        </p:nvSpPr>
        <p:spPr>
          <a:xfrm rot="0">
            <a:off x="1919605" y="3389630"/>
            <a:ext cx="1454150" cy="831215"/>
          </a:xfrm>
          <a:prstGeom prst="rect"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 rtl="0" algn="l" defTabSz="914400" eaLnBrk="1" latinLnBrk="1" hangingPunct="1">
              <a:buFontTx/>
              <a:buNone/>
            </a:pP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· </a:t>
            </a: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W</a:t>
            </a: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i</a:t>
            </a: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ndows</a:t>
            </a:r>
            <a:endParaRPr lang="ko-KR" altLang="en-US" sz="1600">
              <a:solidFill>
                <a:srgbClr val="2F3645"/>
              </a:solidFill>
              <a:latin typeface="페이퍼로지 7 Bold" charset="0"/>
              <a:ea typeface="페이퍼로지 7 Bold" charset="0"/>
            </a:endParaRPr>
          </a:p>
          <a:p>
            <a:pPr marL="0" indent="0" rtl="0" algn="l" defTabSz="914400" eaLnBrk="1" latinLnBrk="1" hangingPunct="1">
              <a:buFontTx/>
              <a:buNone/>
            </a:pP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· Q</a:t>
            </a: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t</a:t>
            </a: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6.</a:t>
            </a: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1</a:t>
            </a: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1</a:t>
            </a: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/>
            </a:r>
            <a:b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</a:b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· </a:t>
            </a: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M</a:t>
            </a: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S</a:t>
            </a: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VC2022</a:t>
            </a:r>
            <a:endParaRPr lang="ko-KR" altLang="en-US" sz="1600">
              <a:solidFill>
                <a:srgbClr val="2F3645"/>
              </a:solidFill>
              <a:latin typeface="페이퍼로지 7 Bold" charset="0"/>
              <a:ea typeface="페이퍼로지 7 Bold" charset="0"/>
            </a:endParaRPr>
          </a:p>
        </p:txBody>
      </p:sp>
      <p:pic>
        <p:nvPicPr>
          <p:cNvPr id="56" name="그림 54" descr="C:/Users/IHJEON/AppData/Roaming/PolarisOffice/ETemp/2152_18210416/fImage444782419169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3665855" y="3395345"/>
            <a:ext cx="7434580" cy="1664970"/>
          </a:xfrm>
          <a:prstGeom prst="rect"/>
          <a:noFill/>
        </p:spPr>
      </p:pic>
      <p:sp>
        <p:nvSpPr>
          <p:cNvPr id="57" name="텍스트 상자 55"/>
          <p:cNvSpPr txBox="1">
            <a:spLocks/>
          </p:cNvSpPr>
          <p:nvPr/>
        </p:nvSpPr>
        <p:spPr>
          <a:xfrm rot="0">
            <a:off x="4671695" y="1097280"/>
            <a:ext cx="2852420" cy="522605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 algn="ctr">
              <a:buFontTx/>
              <a:buNone/>
            </a:pPr>
            <a:r>
              <a:rPr lang="ko-KR" altLang="en-US" sz="28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Squish </a:t>
            </a:r>
            <a:r>
              <a:rPr lang="ko-KR" altLang="en-US" sz="28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설치 방법</a:t>
            </a:r>
            <a:endParaRPr lang="ko-KR" altLang="en-US" sz="2800">
              <a:solidFill>
                <a:srgbClr val="2F3645"/>
              </a:solidFill>
              <a:latin typeface="페이퍼로지 7 Bold" charset="0"/>
              <a:ea typeface="페이퍼로지 7 Bold" charset="0"/>
            </a:endParaRPr>
          </a:p>
        </p:txBody>
      </p:sp>
      <p:cxnSp>
        <p:nvCxnSpPr>
          <p:cNvPr id="58" name="도형 56"/>
          <p:cNvCxnSpPr/>
          <p:nvPr/>
        </p:nvCxnSpPr>
        <p:spPr>
          <a:xfrm rot="0">
            <a:off x="4824730" y="3684270"/>
            <a:ext cx="1702435" cy="635"/>
          </a:xfrm>
          <a:prstGeom prst="line"/>
          <a:ln w="19050" cap="flat" cmpd="sng">
            <a:solidFill>
              <a:srgbClr val="501EFF"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 0"/>
          <p:cNvSpPr txBox="1">
            <a:spLocks/>
          </p:cNvSpPr>
          <p:nvPr/>
        </p:nvSpPr>
        <p:spPr>
          <a:xfrm rot="0">
            <a:off x="280670" y="420370"/>
            <a:ext cx="1565275" cy="276860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en-US" altLang="ko-KR" sz="1200">
                <a:solidFill>
                  <a:srgbClr val="00B1FF"/>
                </a:solidFill>
                <a:latin typeface="페이퍼로지 7 Bold" charset="0"/>
                <a:ea typeface="페이퍼로지 7 Bold" charset="0"/>
              </a:rPr>
              <a:t>01 </a:t>
            </a:r>
            <a:r>
              <a:rPr lang="ko-KR" altLang="en-US" sz="1200">
                <a:solidFill>
                  <a:srgbClr val="111827"/>
                </a:solidFill>
                <a:latin typeface="페이퍼로지 7 Bold" charset="0"/>
                <a:ea typeface="페이퍼로지 7 Bold" charset="0"/>
              </a:rPr>
              <a:t>Squish </a:t>
            </a:r>
            <a:r>
              <a:rPr lang="ko-KR" altLang="en-US" sz="1200">
                <a:solidFill>
                  <a:srgbClr val="111827"/>
                </a:solidFill>
                <a:latin typeface="페이퍼로지 7 Bold" charset="0"/>
                <a:ea typeface="페이퍼로지 7 Bold" charset="0"/>
              </a:rPr>
              <a:t>설치 </a:t>
            </a:r>
            <a:r>
              <a:rPr lang="ko-KR" altLang="en-US" sz="1200">
                <a:solidFill>
                  <a:srgbClr val="111827"/>
                </a:solidFill>
                <a:latin typeface="페이퍼로지 7 Bold" charset="0"/>
                <a:ea typeface="페이퍼로지 7 Bold" charset="0"/>
              </a:rPr>
              <a:t>방</a:t>
            </a:r>
            <a:r>
              <a:rPr lang="ko-KR" altLang="en-US" sz="1200">
                <a:solidFill>
                  <a:srgbClr val="111827"/>
                </a:solidFill>
                <a:latin typeface="페이퍼로지 7 Bold" charset="0"/>
                <a:ea typeface="페이퍼로지 7 Bold" charset="0"/>
              </a:rPr>
              <a:t>법</a:t>
            </a:r>
            <a:endParaRPr lang="ko-KR" altLang="en-US" sz="1200">
              <a:solidFill>
                <a:srgbClr val="111827"/>
              </a:solidFill>
              <a:latin typeface="페이퍼로지 7 Bold" charset="0"/>
              <a:ea typeface="페이퍼로지 7 Bold" charset="0"/>
            </a:endParaRPr>
          </a:p>
        </p:txBody>
      </p:sp>
      <p:sp>
        <p:nvSpPr>
          <p:cNvPr id="51" name="Rect 0"/>
          <p:cNvSpPr txBox="1">
            <a:spLocks/>
          </p:cNvSpPr>
          <p:nvPr/>
        </p:nvSpPr>
        <p:spPr>
          <a:xfrm rot="0">
            <a:off x="11747500" y="6520815"/>
            <a:ext cx="323850" cy="216535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 algn="r">
              <a:buFontTx/>
              <a:buNone/>
            </a:pPr>
            <a:r>
              <a:rPr lang="en-US" altLang="ko-KR" sz="800">
                <a:solidFill>
                  <a:srgbClr val="89909F"/>
                </a:solidFill>
                <a:latin typeface="페이퍼로지 6 SemiBold" charset="0"/>
                <a:ea typeface="페이퍼로지 6 SemiBold" charset="0"/>
              </a:rPr>
              <a:t>11</a:t>
            </a:r>
            <a:endParaRPr lang="ko-KR" altLang="en-US" sz="800">
              <a:solidFill>
                <a:srgbClr val="89909F"/>
              </a:solidFill>
              <a:latin typeface="페이퍼로지 6 SemiBold" charset="0"/>
              <a:ea typeface="페이퍼로지 6 SemiBold" charset="0"/>
            </a:endParaRPr>
          </a:p>
        </p:txBody>
      </p:sp>
      <p:sp>
        <p:nvSpPr>
          <p:cNvPr id="53" name="Rect 0"/>
          <p:cNvSpPr>
            <a:spLocks/>
          </p:cNvSpPr>
          <p:nvPr/>
        </p:nvSpPr>
        <p:spPr>
          <a:xfrm rot="0">
            <a:off x="3256280" y="1960245"/>
            <a:ext cx="5679440" cy="338455"/>
          </a:xfrm>
          <a:prstGeom prst="rect"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Sq</a:t>
            </a: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uish </a:t>
            </a: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I</a:t>
            </a: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DE</a:t>
            </a: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 에서  </a:t>
            </a: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                                                       </a:t>
            </a: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 로 프로젝트 </a:t>
            </a: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생</a:t>
            </a: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성</a:t>
            </a:r>
            <a:endParaRPr lang="ko-KR" altLang="en-US" sz="1600">
              <a:solidFill>
                <a:srgbClr val="2F3645"/>
              </a:solidFill>
              <a:latin typeface="페이퍼로지 7 Bold" charset="0"/>
              <a:ea typeface="페이퍼로지 7 Bold" charset="0"/>
            </a:endParaRPr>
          </a:p>
        </p:txBody>
      </p:sp>
      <p:sp>
        <p:nvSpPr>
          <p:cNvPr id="57" name="Rect 0"/>
          <p:cNvSpPr txBox="1">
            <a:spLocks/>
          </p:cNvSpPr>
          <p:nvPr/>
        </p:nvSpPr>
        <p:spPr>
          <a:xfrm rot="0">
            <a:off x="4671695" y="1097280"/>
            <a:ext cx="2852420" cy="522605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 algn="ctr">
              <a:buFontTx/>
              <a:buNone/>
            </a:pPr>
            <a:r>
              <a:rPr lang="ko-KR" altLang="en-US" sz="28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Squish </a:t>
            </a:r>
            <a:r>
              <a:rPr lang="ko-KR" altLang="en-US" sz="28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설치 방법</a:t>
            </a:r>
            <a:endParaRPr lang="ko-KR" altLang="en-US" sz="2800">
              <a:solidFill>
                <a:srgbClr val="2F3645"/>
              </a:solidFill>
              <a:latin typeface="페이퍼로지 7 Bold" charset="0"/>
              <a:ea typeface="페이퍼로지 7 Bold" charset="0"/>
            </a:endParaRPr>
          </a:p>
        </p:txBody>
      </p:sp>
      <p:pic>
        <p:nvPicPr>
          <p:cNvPr id="58" name="그림 65" descr="C:/Users/IHJEON/AppData/Roaming/PolarisOffice/ETemp/2152_18210416/fImage205572625724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462405" y="2549525"/>
            <a:ext cx="3878580" cy="3235960"/>
          </a:xfrm>
          <a:prstGeom prst="rect"/>
          <a:noFill/>
        </p:spPr>
      </p:pic>
      <p:sp>
        <p:nvSpPr>
          <p:cNvPr id="59" name="텍스트 상자 66"/>
          <p:cNvSpPr txBox="1">
            <a:spLocks/>
          </p:cNvSpPr>
          <p:nvPr/>
        </p:nvSpPr>
        <p:spPr>
          <a:xfrm rot="0">
            <a:off x="1528445" y="5834380"/>
            <a:ext cx="4572635" cy="150495"/>
          </a:xfrm>
          <a:prstGeom prst="rect"/>
          <a:noFill/>
        </p:spPr>
        <p:txBody>
          <a:bodyPr wrap="square" lIns="0" tIns="0" rIns="0" bIns="0" vert="horz" anchor="t">
            <a:spAutoFit/>
          </a:bodyPr>
          <a:lstStyle/>
          <a:p>
            <a:pPr marL="0" indent="0" algn="l" hangingPunct="1"/>
            <a:r>
              <a:rPr lang="ko-KR" sz="975" i="0" b="0">
                <a:solidFill>
                  <a:schemeClr val="tx1"/>
                </a:solidFill>
                <a:latin typeface="페이퍼로지 5 Medium" charset="0"/>
                <a:ea typeface="페이퍼로지 5 Medium" charset="0"/>
              </a:rPr>
              <a:t>①</a:t>
            </a:r>
            <a:r>
              <a:rPr sz="975" i="0" b="0">
                <a:solidFill>
                  <a:schemeClr val="tx1"/>
                </a:solidFill>
                <a:latin typeface="페이퍼로지 5 Medium" charset="0"/>
                <a:ea typeface="페이퍼로지 5 Medium" charset="0"/>
              </a:rPr>
              <a:t> Toolkit → </a:t>
            </a:r>
            <a:r>
              <a:rPr sz="975" i="0" b="0">
                <a:solidFill>
                  <a:schemeClr val="tx1"/>
                </a:solidFill>
                <a:latin typeface="페이퍼로지 7 Bold" charset="0"/>
                <a:ea typeface="페이퍼로지 7 Bold" charset="0"/>
              </a:rPr>
              <a:t>Qt</a:t>
            </a:r>
            <a:endParaRPr lang="ko-KR" altLang="en-US" sz="1800" b="0">
              <a:solidFill>
                <a:schemeClr val="tx1"/>
              </a:solidFill>
              <a:latin typeface="페이퍼로지 5 Medium" charset="0"/>
              <a:ea typeface="페이퍼로지 5 Medium" charset="0"/>
            </a:endParaRPr>
          </a:p>
        </p:txBody>
      </p:sp>
      <p:pic>
        <p:nvPicPr>
          <p:cNvPr id="60" name="그림 67" descr="C:/Users/IHJEON/AppData/Roaming/PolarisOffice/ETemp/2152_18210416/fImage152202641478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807200" y="2552700"/>
            <a:ext cx="3877310" cy="3231515"/>
          </a:xfrm>
          <a:prstGeom prst="rect"/>
          <a:noFill/>
        </p:spPr>
      </p:pic>
      <p:sp>
        <p:nvSpPr>
          <p:cNvPr id="61" name="텍스트 상자 68"/>
          <p:cNvSpPr txBox="1">
            <a:spLocks/>
          </p:cNvSpPr>
          <p:nvPr/>
        </p:nvSpPr>
        <p:spPr>
          <a:xfrm rot="0">
            <a:off x="6877685" y="5833110"/>
            <a:ext cx="4572635" cy="150495"/>
          </a:xfrm>
          <a:prstGeom prst="rect"/>
          <a:noFill/>
        </p:spPr>
        <p:txBody>
          <a:bodyPr wrap="square" lIns="0" tIns="0" rIns="0" bIns="0" vert="horz" anchor="t">
            <a:spAutoFit/>
          </a:bodyPr>
          <a:lstStyle/>
          <a:p>
            <a:pPr marL="0" indent="0" algn="l" hangingPunct="1"/>
            <a:r>
              <a:rPr sz="975" i="0" b="0">
                <a:solidFill>
                  <a:schemeClr val="tx1"/>
                </a:solidFill>
                <a:latin typeface="페이퍼로지 5 Medium" charset="0"/>
                <a:ea typeface="페이퍼로지 5 Medium" charset="0"/>
              </a:rPr>
              <a:t>② </a:t>
            </a:r>
            <a:r>
              <a:rPr lang="ko-KR" sz="975" i="0" b="0">
                <a:solidFill>
                  <a:schemeClr val="tx1"/>
                </a:solidFill>
                <a:latin typeface="페이퍼로지 5 Medium" charset="0"/>
                <a:ea typeface="페이퍼로지 5 Medium" charset="0"/>
              </a:rPr>
              <a:t>scripting </a:t>
            </a:r>
            <a:r>
              <a:rPr lang="ko-KR" sz="975" i="0" b="0">
                <a:solidFill>
                  <a:schemeClr val="tx1"/>
                </a:solidFill>
                <a:latin typeface="페이퍼로지 5 Medium" charset="0"/>
                <a:ea typeface="페이퍼로지 5 Medium" charset="0"/>
              </a:rPr>
              <a:t>Language</a:t>
            </a:r>
            <a:r>
              <a:rPr sz="975" i="0" b="0">
                <a:solidFill>
                  <a:schemeClr val="tx1"/>
                </a:solidFill>
                <a:latin typeface="페이퍼로지 5 Medium" charset="0"/>
                <a:ea typeface="페이퍼로지 5 Medium" charset="0"/>
              </a:rPr>
              <a:t> → </a:t>
            </a:r>
            <a:r>
              <a:rPr sz="975" i="0" b="0">
                <a:solidFill>
                  <a:schemeClr val="tx1"/>
                </a:solidFill>
                <a:latin typeface="페이퍼로지 7 Bold" charset="0"/>
                <a:ea typeface="페이퍼로지 7 Bold" charset="0"/>
              </a:rPr>
              <a:t>P</a:t>
            </a:r>
            <a:r>
              <a:rPr sz="975" i="0" b="0">
                <a:solidFill>
                  <a:schemeClr val="tx1"/>
                </a:solidFill>
                <a:latin typeface="페이퍼로지 7 Bold" charset="0"/>
                <a:ea typeface="페이퍼로지 7 Bold" charset="0"/>
              </a:rPr>
              <a:t>ython</a:t>
            </a:r>
            <a:endParaRPr lang="ko-KR" altLang="en-US" sz="1800" b="0">
              <a:solidFill>
                <a:schemeClr val="tx1"/>
              </a:solidFill>
              <a:latin typeface="페이퍼로지 5 Medium" charset="0"/>
              <a:ea typeface="페이퍼로지 5 Medium" charset="0"/>
            </a:endParaRPr>
          </a:p>
        </p:txBody>
      </p:sp>
      <p:sp>
        <p:nvSpPr>
          <p:cNvPr id="62" name="텍스트 상자 70"/>
          <p:cNvSpPr txBox="1">
            <a:spLocks/>
          </p:cNvSpPr>
          <p:nvPr/>
        </p:nvSpPr>
        <p:spPr>
          <a:xfrm rot="0">
            <a:off x="5005705" y="1919605"/>
            <a:ext cx="2390140" cy="381635"/>
          </a:xfrm>
          <a:prstGeom prst="roundRect"/>
          <a:solidFill>
            <a:schemeClr val="bg2"/>
          </a:solidFill>
          <a:ln w="0" cap="flat" cmpd="sng">
            <a:noFill/>
            <a:prstDash/>
          </a:ln>
          <a:effectLst>
            <a:reflection algn="bl" blurRad="6350" dir="5400000" stA="52000" endPos="35000" sx="100000" sy="-100000" rotWithShape="0"/>
          </a:effectLst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sz="1600" b="0">
                <a:latin typeface="페이퍼로지 5 Medium" charset="0"/>
                <a:ea typeface="페이퍼로지 5 Medium" charset="0"/>
              </a:rPr>
              <a:t>F</a:t>
            </a:r>
            <a:r>
              <a:rPr sz="1600" b="0">
                <a:latin typeface="페이퍼로지 5 Medium" charset="0"/>
                <a:ea typeface="페이퍼로지 5 Medium" charset="0"/>
              </a:rPr>
              <a:t>ile</a:t>
            </a:r>
            <a:r>
              <a:rPr lang="ko-KR" sz="1600" b="0">
                <a:latin typeface="페이퍼로지 5 Medium" charset="0"/>
                <a:ea typeface="페이퍼로지 5 Medium" charset="0"/>
              </a:rPr>
              <a:t>→N</a:t>
            </a:r>
            <a:r>
              <a:rPr lang="ko-KR" sz="1600" b="0">
                <a:latin typeface="페이퍼로지 5 Medium" charset="0"/>
                <a:ea typeface="페이퍼로지 5 Medium" charset="0"/>
              </a:rPr>
              <a:t>ew Test Suite...</a:t>
            </a:r>
            <a:endParaRPr lang="ko-KR" altLang="en-US" sz="1600" b="0">
              <a:latin typeface="페이퍼로지 5 Medium" charset="0"/>
              <a:ea typeface="페이퍼로지 5 Medium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 0"/>
          <p:cNvSpPr txBox="1">
            <a:spLocks/>
          </p:cNvSpPr>
          <p:nvPr/>
        </p:nvSpPr>
        <p:spPr>
          <a:xfrm rot="0">
            <a:off x="280670" y="420370"/>
            <a:ext cx="1565275" cy="276860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en-US" altLang="ko-KR" sz="1200">
                <a:solidFill>
                  <a:srgbClr val="00B1FF"/>
                </a:solidFill>
                <a:latin typeface="페이퍼로지 7 Bold" charset="0"/>
                <a:ea typeface="페이퍼로지 7 Bold" charset="0"/>
              </a:rPr>
              <a:t>01 </a:t>
            </a:r>
            <a:r>
              <a:rPr lang="ko-KR" altLang="en-US" sz="1200">
                <a:solidFill>
                  <a:srgbClr val="111827"/>
                </a:solidFill>
                <a:latin typeface="페이퍼로지 7 Bold" charset="0"/>
                <a:ea typeface="페이퍼로지 7 Bold" charset="0"/>
              </a:rPr>
              <a:t>Squish </a:t>
            </a:r>
            <a:r>
              <a:rPr lang="ko-KR" altLang="en-US" sz="1200">
                <a:solidFill>
                  <a:srgbClr val="111827"/>
                </a:solidFill>
                <a:latin typeface="페이퍼로지 7 Bold" charset="0"/>
                <a:ea typeface="페이퍼로지 7 Bold" charset="0"/>
              </a:rPr>
              <a:t>설치 </a:t>
            </a:r>
            <a:r>
              <a:rPr lang="ko-KR" altLang="en-US" sz="1200">
                <a:solidFill>
                  <a:srgbClr val="111827"/>
                </a:solidFill>
                <a:latin typeface="페이퍼로지 7 Bold" charset="0"/>
                <a:ea typeface="페이퍼로지 7 Bold" charset="0"/>
              </a:rPr>
              <a:t>방</a:t>
            </a:r>
            <a:r>
              <a:rPr lang="ko-KR" altLang="en-US" sz="1200">
                <a:solidFill>
                  <a:srgbClr val="111827"/>
                </a:solidFill>
                <a:latin typeface="페이퍼로지 7 Bold" charset="0"/>
                <a:ea typeface="페이퍼로지 7 Bold" charset="0"/>
              </a:rPr>
              <a:t>법</a:t>
            </a:r>
            <a:endParaRPr lang="ko-KR" altLang="en-US" sz="1200">
              <a:solidFill>
                <a:srgbClr val="111827"/>
              </a:solidFill>
              <a:latin typeface="페이퍼로지 7 Bold" charset="0"/>
              <a:ea typeface="페이퍼로지 7 Bold" charset="0"/>
            </a:endParaRPr>
          </a:p>
        </p:txBody>
      </p:sp>
      <p:sp>
        <p:nvSpPr>
          <p:cNvPr id="51" name="Rect 0"/>
          <p:cNvSpPr txBox="1">
            <a:spLocks/>
          </p:cNvSpPr>
          <p:nvPr/>
        </p:nvSpPr>
        <p:spPr>
          <a:xfrm rot="0">
            <a:off x="11747500" y="6520815"/>
            <a:ext cx="323850" cy="216535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 algn="r">
              <a:buFontTx/>
              <a:buNone/>
            </a:pPr>
            <a:r>
              <a:rPr lang="en-US" altLang="ko-KR" sz="800">
                <a:solidFill>
                  <a:srgbClr val="89909F"/>
                </a:solidFill>
                <a:latin typeface="페이퍼로지 6 SemiBold" charset="0"/>
                <a:ea typeface="페이퍼로지 6 SemiBold" charset="0"/>
              </a:rPr>
              <a:t>11</a:t>
            </a:r>
            <a:endParaRPr lang="ko-KR" altLang="en-US" sz="800">
              <a:solidFill>
                <a:srgbClr val="89909F"/>
              </a:solidFill>
              <a:latin typeface="페이퍼로지 6 SemiBold" charset="0"/>
              <a:ea typeface="페이퍼로지 6 SemiBold" charset="0"/>
            </a:endParaRPr>
          </a:p>
        </p:txBody>
      </p:sp>
      <p:sp>
        <p:nvSpPr>
          <p:cNvPr id="53" name="Rect 0"/>
          <p:cNvSpPr>
            <a:spLocks/>
          </p:cNvSpPr>
          <p:nvPr/>
        </p:nvSpPr>
        <p:spPr>
          <a:xfrm rot="0">
            <a:off x="5295265" y="1960245"/>
            <a:ext cx="1600835" cy="338455"/>
          </a:xfrm>
          <a:prstGeom prst="rect"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실행할</a:t>
            </a: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 AUT</a:t>
            </a: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 등록</a:t>
            </a:r>
            <a:endParaRPr lang="ko-KR" altLang="en-US" sz="1600">
              <a:solidFill>
                <a:srgbClr val="2F3645"/>
              </a:solidFill>
              <a:latin typeface="페이퍼로지 7 Bold" charset="0"/>
              <a:ea typeface="페이퍼로지 7 Bold" charset="0"/>
            </a:endParaRPr>
          </a:p>
        </p:txBody>
      </p:sp>
      <p:sp>
        <p:nvSpPr>
          <p:cNvPr id="57" name="Rect 0"/>
          <p:cNvSpPr txBox="1">
            <a:spLocks/>
          </p:cNvSpPr>
          <p:nvPr/>
        </p:nvSpPr>
        <p:spPr>
          <a:xfrm rot="0">
            <a:off x="4671695" y="1097280"/>
            <a:ext cx="2852420" cy="522605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 algn="ctr">
              <a:buFontTx/>
              <a:buNone/>
            </a:pPr>
            <a:r>
              <a:rPr lang="ko-KR" altLang="en-US" sz="28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Squish </a:t>
            </a:r>
            <a:r>
              <a:rPr lang="ko-KR" altLang="en-US" sz="28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설치 방법</a:t>
            </a:r>
            <a:endParaRPr lang="ko-KR" altLang="en-US" sz="2800">
              <a:solidFill>
                <a:srgbClr val="2F3645"/>
              </a:solidFill>
              <a:latin typeface="페이퍼로지 7 Bold" charset="0"/>
              <a:ea typeface="페이퍼로지 7 Bold" charset="0"/>
            </a:endParaRPr>
          </a:p>
        </p:txBody>
      </p:sp>
      <p:sp>
        <p:nvSpPr>
          <p:cNvPr id="59" name="Rect 0"/>
          <p:cNvSpPr txBox="1">
            <a:spLocks/>
          </p:cNvSpPr>
          <p:nvPr/>
        </p:nvSpPr>
        <p:spPr>
          <a:xfrm rot="0">
            <a:off x="4321175" y="5834380"/>
            <a:ext cx="4572635" cy="150495"/>
          </a:xfrm>
          <a:prstGeom prst="rect"/>
          <a:noFill/>
        </p:spPr>
        <p:txBody>
          <a:bodyPr wrap="square" lIns="0" tIns="0" rIns="0" bIns="0" vert="horz" anchor="t">
            <a:spAutoFit/>
          </a:bodyPr>
          <a:lstStyle/>
          <a:p>
            <a:pPr marL="0" indent="0" algn="l" hangingPunct="1"/>
            <a:r>
              <a:rPr lang="ko-KR" sz="975" i="0" b="0">
                <a:solidFill>
                  <a:schemeClr val="tx1"/>
                </a:solidFill>
                <a:latin typeface="페이퍼로지 5 Medium" charset="0"/>
                <a:ea typeface="페이퍼로지 5 Medium" charset="0"/>
              </a:rPr>
              <a:t>③</a:t>
            </a:r>
            <a:r>
              <a:rPr sz="975" i="0" b="0">
                <a:solidFill>
                  <a:schemeClr val="tx1"/>
                </a:solidFill>
                <a:latin typeface="페이퍼로지 5 Medium" charset="0"/>
                <a:ea typeface="페이퍼로지 5 Medium" charset="0"/>
              </a:rPr>
              <a:t> </a:t>
            </a:r>
            <a:r>
              <a:rPr sz="975" i="0" b="0">
                <a:solidFill>
                  <a:schemeClr val="tx1"/>
                </a:solidFill>
                <a:latin typeface="페이퍼로지 5 Medium" charset="0"/>
                <a:ea typeface="페이퍼로지 5 Medium" charset="0"/>
              </a:rPr>
              <a:t>A</a:t>
            </a:r>
            <a:r>
              <a:rPr sz="975" i="0" b="0">
                <a:solidFill>
                  <a:schemeClr val="tx1"/>
                </a:solidFill>
                <a:latin typeface="페이퍼로지 5 Medium" charset="0"/>
                <a:ea typeface="페이퍼로지 5 Medium" charset="0"/>
              </a:rPr>
              <a:t>pplication Under Test</a:t>
            </a:r>
            <a:r>
              <a:rPr sz="975" i="0" b="0">
                <a:solidFill>
                  <a:schemeClr val="tx1"/>
                </a:solidFill>
                <a:latin typeface="페이퍼로지 5 Medium" charset="0"/>
                <a:ea typeface="페이퍼로지 5 Medium" charset="0"/>
              </a:rPr>
              <a:t> → </a:t>
            </a:r>
            <a:r>
              <a:rPr sz="975" i="0" b="0">
                <a:solidFill>
                  <a:schemeClr val="tx1"/>
                </a:solidFill>
                <a:latin typeface="페이퍼로지 7 Bold" charset="0"/>
                <a:ea typeface="페이퍼로지 7 Bold" charset="0"/>
              </a:rPr>
              <a:t>M</a:t>
            </a:r>
            <a:r>
              <a:rPr sz="975" i="0" b="0">
                <a:solidFill>
                  <a:schemeClr val="tx1"/>
                </a:solidFill>
                <a:latin typeface="페이퍼로지 7 Bold" charset="0"/>
                <a:ea typeface="페이퍼로지 7 Bold" charset="0"/>
              </a:rPr>
              <a:t>u</a:t>
            </a:r>
            <a:r>
              <a:rPr lang="ko-KR" sz="975" i="0" b="0">
                <a:solidFill>
                  <a:schemeClr val="tx1"/>
                </a:solidFill>
                <a:latin typeface="페이퍼로지 7 Bold" charset="0"/>
                <a:ea typeface="페이퍼로지 7 Bold" charset="0"/>
              </a:rPr>
              <a:t>L</a:t>
            </a:r>
            <a:r>
              <a:rPr lang="ko-KR" sz="975" i="0" b="0">
                <a:solidFill>
                  <a:schemeClr val="tx1"/>
                </a:solidFill>
                <a:latin typeface="페이퍼로지 7 Bold" charset="0"/>
                <a:ea typeface="페이퍼로지 7 Bold" charset="0"/>
              </a:rPr>
              <a:t>iN Creat</a:t>
            </a:r>
            <a:r>
              <a:rPr lang="ko-KR" sz="975" i="0" b="0">
                <a:solidFill>
                  <a:schemeClr val="tx1"/>
                </a:solidFill>
                <a:latin typeface="페이퍼로지 7 Bold" charset="0"/>
                <a:ea typeface="페이퍼로지 7 Bold" charset="0"/>
              </a:rPr>
              <a:t>o</a:t>
            </a:r>
            <a:r>
              <a:rPr lang="ko-KR" sz="975" i="0" b="0">
                <a:solidFill>
                  <a:schemeClr val="tx1"/>
                </a:solidFill>
                <a:latin typeface="페이퍼로지 7 Bold" charset="0"/>
                <a:ea typeface="페이퍼로지 7 Bold" charset="0"/>
              </a:rPr>
              <a:t>r</a:t>
            </a:r>
            <a:endParaRPr lang="ko-KR" altLang="en-US" sz="1800" b="0">
              <a:solidFill>
                <a:schemeClr val="tx1"/>
              </a:solidFill>
              <a:latin typeface="페이퍼로지 5 Medium" charset="0"/>
              <a:ea typeface="페이퍼로지 5 Medium" charset="0"/>
            </a:endParaRPr>
          </a:p>
        </p:txBody>
      </p:sp>
      <p:pic>
        <p:nvPicPr>
          <p:cNvPr id="63" name="그림 75" descr="C:/Users/IHJEON/AppData/Roaming/PolarisOffice/ETemp/2152_18210416/fImage132892769358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4295140" y="2543810"/>
            <a:ext cx="3886200" cy="324040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 0"/>
          <p:cNvSpPr txBox="1">
            <a:spLocks/>
          </p:cNvSpPr>
          <p:nvPr/>
        </p:nvSpPr>
        <p:spPr>
          <a:xfrm rot="0">
            <a:off x="280670" y="420370"/>
            <a:ext cx="1565275" cy="276860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en-US" altLang="ko-KR" sz="1200">
                <a:solidFill>
                  <a:srgbClr val="00B1FF"/>
                </a:solidFill>
                <a:latin typeface="페이퍼로지 7 Bold" charset="0"/>
                <a:ea typeface="페이퍼로지 7 Bold" charset="0"/>
              </a:rPr>
              <a:t>01 </a:t>
            </a:r>
            <a:r>
              <a:rPr lang="ko-KR" altLang="en-US" sz="1200">
                <a:solidFill>
                  <a:srgbClr val="111827"/>
                </a:solidFill>
                <a:latin typeface="페이퍼로지 7 Bold" charset="0"/>
                <a:ea typeface="페이퍼로지 7 Bold" charset="0"/>
              </a:rPr>
              <a:t>Squish </a:t>
            </a:r>
            <a:r>
              <a:rPr lang="ko-KR" altLang="en-US" sz="1200">
                <a:solidFill>
                  <a:srgbClr val="111827"/>
                </a:solidFill>
                <a:latin typeface="페이퍼로지 7 Bold" charset="0"/>
                <a:ea typeface="페이퍼로지 7 Bold" charset="0"/>
              </a:rPr>
              <a:t>설치 </a:t>
            </a:r>
            <a:r>
              <a:rPr lang="ko-KR" altLang="en-US" sz="1200">
                <a:solidFill>
                  <a:srgbClr val="111827"/>
                </a:solidFill>
                <a:latin typeface="페이퍼로지 7 Bold" charset="0"/>
                <a:ea typeface="페이퍼로지 7 Bold" charset="0"/>
              </a:rPr>
              <a:t>방</a:t>
            </a:r>
            <a:r>
              <a:rPr lang="ko-KR" altLang="en-US" sz="1200">
                <a:solidFill>
                  <a:srgbClr val="111827"/>
                </a:solidFill>
                <a:latin typeface="페이퍼로지 7 Bold" charset="0"/>
                <a:ea typeface="페이퍼로지 7 Bold" charset="0"/>
              </a:rPr>
              <a:t>법</a:t>
            </a:r>
            <a:endParaRPr lang="ko-KR" altLang="en-US" sz="1200">
              <a:solidFill>
                <a:srgbClr val="111827"/>
              </a:solidFill>
              <a:latin typeface="페이퍼로지 7 Bold" charset="0"/>
              <a:ea typeface="페이퍼로지 7 Bold" charset="0"/>
            </a:endParaRPr>
          </a:p>
        </p:txBody>
      </p:sp>
      <p:sp>
        <p:nvSpPr>
          <p:cNvPr id="51" name="Rect 0"/>
          <p:cNvSpPr txBox="1">
            <a:spLocks/>
          </p:cNvSpPr>
          <p:nvPr/>
        </p:nvSpPr>
        <p:spPr>
          <a:xfrm rot="0">
            <a:off x="11747500" y="6520815"/>
            <a:ext cx="323850" cy="216535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 algn="r">
              <a:buFontTx/>
              <a:buNone/>
            </a:pPr>
            <a:r>
              <a:rPr lang="en-US" altLang="ko-KR" sz="800">
                <a:solidFill>
                  <a:srgbClr val="89909F"/>
                </a:solidFill>
                <a:latin typeface="페이퍼로지 6 SemiBold" charset="0"/>
                <a:ea typeface="페이퍼로지 6 SemiBold" charset="0"/>
              </a:rPr>
              <a:t>11</a:t>
            </a:r>
            <a:endParaRPr lang="ko-KR" altLang="en-US" sz="800">
              <a:solidFill>
                <a:srgbClr val="89909F"/>
              </a:solidFill>
              <a:latin typeface="페이퍼로지 6 SemiBold" charset="0"/>
              <a:ea typeface="페이퍼로지 6 SemiBold" charset="0"/>
            </a:endParaRPr>
          </a:p>
        </p:txBody>
      </p:sp>
      <p:sp>
        <p:nvSpPr>
          <p:cNvPr id="57" name="Rect 0"/>
          <p:cNvSpPr txBox="1">
            <a:spLocks/>
          </p:cNvSpPr>
          <p:nvPr/>
        </p:nvSpPr>
        <p:spPr>
          <a:xfrm rot="0">
            <a:off x="4671695" y="1097280"/>
            <a:ext cx="2852420" cy="522605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 algn="ctr">
              <a:buFontTx/>
              <a:buNone/>
            </a:pPr>
            <a:r>
              <a:rPr lang="ko-KR" altLang="en-US" sz="28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Squish </a:t>
            </a:r>
            <a:r>
              <a:rPr lang="ko-KR" altLang="en-US" sz="28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설치 방법</a:t>
            </a:r>
            <a:endParaRPr lang="ko-KR" altLang="en-US" sz="2800">
              <a:solidFill>
                <a:srgbClr val="2F3645"/>
              </a:solidFill>
              <a:latin typeface="페이퍼로지 7 Bold" charset="0"/>
              <a:ea typeface="페이퍼로지 7 Bold" charset="0"/>
            </a:endParaRPr>
          </a:p>
        </p:txBody>
      </p:sp>
      <p:pic>
        <p:nvPicPr>
          <p:cNvPr id="58" name="그림 77" descr="C:/Users/IHJEON/AppData/Roaming/PolarisOffice/ETemp/2152_18210416/fImage668693016962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846580" y="1801495"/>
            <a:ext cx="8761730" cy="4705985"/>
          </a:xfrm>
          <a:prstGeom prst="rect"/>
          <a:noFill/>
        </p:spPr>
      </p:pic>
      <p:sp>
        <p:nvSpPr>
          <p:cNvPr id="59" name="도형 78"/>
          <p:cNvSpPr>
            <a:spLocks/>
          </p:cNvSpPr>
          <p:nvPr/>
        </p:nvSpPr>
        <p:spPr>
          <a:xfrm rot="0">
            <a:off x="5327650" y="1960245"/>
            <a:ext cx="1536065" cy="338455"/>
          </a:xfrm>
          <a:prstGeom prst="rect"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설치 </a:t>
            </a: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완료</a:t>
            </a: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된 </a:t>
            </a: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ID</a:t>
            </a: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E</a:t>
            </a:r>
            <a:endParaRPr lang="ko-KR" altLang="en-US" sz="1600">
              <a:solidFill>
                <a:srgbClr val="2F3645"/>
              </a:solidFill>
              <a:latin typeface="페이퍼로지 7 Bold" charset="0"/>
              <a:ea typeface="페이퍼로지 7 Bold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5"/>
          <p:cNvGrpSpPr>
            <a:grpSpLocks/>
          </p:cNvGrpSpPr>
          <p:nvPr/>
        </p:nvGrpSpPr>
        <p:grpSpPr>
          <a:xfrm rot="0">
            <a:off x="1692910" y="2145030"/>
            <a:ext cx="1918970" cy="2327910"/>
            <a:chOff x="1692910" y="2145030"/>
            <a:chExt cx="1918970" cy="2327910"/>
          </a:xfrm>
        </p:grpSpPr>
        <p:sp>
          <p:nvSpPr>
            <p:cNvPr id="10" name="Rect 0"/>
            <p:cNvSpPr txBox="1">
              <a:spLocks/>
            </p:cNvSpPr>
            <p:nvPr/>
          </p:nvSpPr>
          <p:spPr>
            <a:xfrm rot="0">
              <a:off x="1693545" y="2145030"/>
              <a:ext cx="917575" cy="399415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2000">
                  <a:solidFill>
                    <a:schemeClr val="tx1">
                      <a:lumMod val="50000"/>
                      <a:lumOff val="50000"/>
                    </a:schemeClr>
                  </a:solidFill>
                  <a:latin typeface="페이퍼로지 7 Bold" charset="0"/>
                  <a:ea typeface="페이퍼로지 7 Bold" charset="0"/>
                </a:rPr>
                <a:t>Contents</a:t>
              </a:r>
              <a:endParaRPr lang="ko-KR" alt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페이퍼로지 7 Bold" charset="0"/>
                <a:ea typeface="페이퍼로지 7 Bold" charset="0"/>
              </a:endParaRPr>
            </a:p>
          </p:txBody>
        </p:sp>
        <p:sp>
          <p:nvSpPr>
            <p:cNvPr id="11" name="Rect 0"/>
            <p:cNvSpPr txBox="1">
              <a:spLocks/>
            </p:cNvSpPr>
            <p:nvPr/>
          </p:nvSpPr>
          <p:spPr>
            <a:xfrm rot="0">
              <a:off x="1692910" y="2675255"/>
              <a:ext cx="324485" cy="37211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>
                  <a:solidFill>
                    <a:srgbClr val="00B1FF"/>
                  </a:solidFill>
                  <a:latin typeface="페이퍼로지 7 Bold" charset="0"/>
                  <a:ea typeface="페이퍼로지 7 Bold" charset="0"/>
                </a:rPr>
                <a:t>01</a:t>
              </a:r>
              <a:endParaRPr lang="ko-KR" altLang="en-US">
                <a:solidFill>
                  <a:srgbClr val="00B1FF"/>
                </a:solidFill>
                <a:latin typeface="페이퍼로지 7 Bold" charset="0"/>
                <a:ea typeface="페이퍼로지 7 Bold" charset="0"/>
              </a:endParaRPr>
            </a:p>
          </p:txBody>
        </p:sp>
        <p:sp>
          <p:nvSpPr>
            <p:cNvPr id="12" name="Rect 0"/>
            <p:cNvSpPr txBox="1">
              <a:spLocks/>
            </p:cNvSpPr>
            <p:nvPr/>
          </p:nvSpPr>
          <p:spPr>
            <a:xfrm rot="0">
              <a:off x="1732915" y="3273425"/>
              <a:ext cx="1693545" cy="1199515"/>
            </a:xfrm>
            <a:prstGeom prst="rect"/>
            <a:noFill/>
          </p:spPr>
          <p:txBody>
            <a:bodyPr wrap="square" lIns="91440" tIns="45720" rIns="91440" bIns="45720" numCol="1" vert="horz" anchor="t">
              <a:spAutoFit/>
            </a:bodyPr>
            <a:lstStyle/>
            <a:p>
              <a:pPr marL="0" indent="0">
                <a:lnSpc>
                  <a:spcPct val="150000"/>
                </a:lnSpc>
                <a:buFontTx/>
                <a:buNone/>
              </a:pPr>
              <a:r>
                <a:rPr lang="ko-KR" alt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페이퍼로지 6 SemiBold" charset="0"/>
                  <a:ea typeface="페이퍼로지 6 SemiBold" charset="0"/>
                </a:rPr>
                <a:t>Squish란?</a:t>
              </a:r>
              <a:endParaRPr lang="ko-KR" alt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페이퍼로지 6 SemiBold" charset="0"/>
                <a:ea typeface="페이퍼로지 6 SemiBold" charset="0"/>
              </a:endParaRPr>
            </a:p>
            <a:p>
              <a:pPr marL="0" indent="0">
                <a:lnSpc>
                  <a:spcPct val="150000"/>
                </a:lnSpc>
                <a:buFontTx/>
                <a:buNone/>
              </a:pPr>
              <a:r>
                <a:rPr lang="ko-KR" alt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페이퍼로지 6 SemiBold" charset="0"/>
                  <a:ea typeface="페이퍼로지 6 SemiBold" charset="0"/>
                </a:rPr>
                <a:t>Squish 용어 정의</a:t>
              </a:r>
              <a:endParaRPr lang="ko-KR" alt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페이퍼로지 6 SemiBold" charset="0"/>
                <a:ea typeface="페이퍼로지 6 SemiBold" charset="0"/>
              </a:endParaRPr>
            </a:p>
            <a:p>
              <a:pPr marL="0" indent="0">
                <a:lnSpc>
                  <a:spcPct val="150000"/>
                </a:lnSpc>
                <a:buFontTx/>
                <a:buNone/>
              </a:pPr>
              <a:r>
                <a:rPr lang="ko-KR" alt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페이퍼로지 6 SemiBold" charset="0"/>
                  <a:ea typeface="페이퍼로지 6 SemiBold" charset="0"/>
                </a:rPr>
                <a:t>Squish 구성요소</a:t>
              </a:r>
              <a:endParaRPr lang="ko-KR" alt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페이퍼로지 6 SemiBold" charset="0"/>
                <a:ea typeface="페이퍼로지 6 SemiBold" charset="0"/>
              </a:endParaRPr>
            </a:p>
            <a:p>
              <a:pPr marL="0" indent="0">
                <a:lnSpc>
                  <a:spcPct val="150000"/>
                </a:lnSpc>
                <a:buFontTx/>
                <a:buNone/>
              </a:pPr>
              <a:r>
                <a:rPr lang="ko-KR" alt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페이퍼로지 6 SemiBold" charset="0"/>
                  <a:ea typeface="페이퍼로지 6 SemiBold" charset="0"/>
                </a:rPr>
                <a:t>Squish 설치 방법</a:t>
              </a:r>
              <a:endParaRPr lang="ko-KR" alt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페이퍼로지 6 SemiBold" charset="0"/>
                <a:ea typeface="페이퍼로지 6 SemiBold" charset="0"/>
              </a:endParaRPr>
            </a:p>
          </p:txBody>
        </p:sp>
        <p:cxnSp>
          <p:nvCxnSpPr>
            <p:cNvPr id="14" name="Rect 0"/>
            <p:cNvCxnSpPr/>
            <p:nvPr/>
          </p:nvCxnSpPr>
          <p:spPr>
            <a:xfrm rot="0">
              <a:off x="1732915" y="3175000"/>
              <a:ext cx="1878965" cy="2540"/>
            </a:xfrm>
            <a:prstGeom prst="line"/>
            <a:ln w="12700" cap="flat" cmpd="sng">
              <a:solidFill>
                <a:srgbClr val="2F3645">
                  <a:alpha val="10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5"/>
          <p:cNvGrpSpPr>
            <a:grpSpLocks/>
          </p:cNvGrpSpPr>
          <p:nvPr/>
        </p:nvGrpSpPr>
        <p:grpSpPr>
          <a:xfrm rot="0">
            <a:off x="3820160" y="2675255"/>
            <a:ext cx="1863090" cy="1243965"/>
            <a:chOff x="3820160" y="2675255"/>
            <a:chExt cx="1863090" cy="1243965"/>
          </a:xfrm>
        </p:grpSpPr>
        <p:sp>
          <p:nvSpPr>
            <p:cNvPr id="16" name="Rect 0"/>
            <p:cNvSpPr txBox="1">
              <a:spLocks/>
            </p:cNvSpPr>
            <p:nvPr/>
          </p:nvSpPr>
          <p:spPr>
            <a:xfrm rot="0">
              <a:off x="3881120" y="3273425"/>
              <a:ext cx="1047115" cy="645795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lnSpc>
                  <a:spcPct val="150000"/>
                </a:lnSpc>
                <a:buFontTx/>
                <a:buNone/>
              </a:pPr>
              <a:r>
                <a:rPr lang="ko-KR" altLang="en-US" sz="1200">
                  <a:solidFill>
                    <a:schemeClr val="bg1"/>
                  </a:solidFill>
                  <a:latin typeface="페이퍼로지 6 SemiBold" charset="0"/>
                  <a:ea typeface="페이퍼로지 6 SemiBold" charset="0"/>
                </a:rPr>
                <a:t>R</a:t>
              </a:r>
              <a:r>
                <a:rPr lang="ko-KR" altLang="en-US" sz="1200">
                  <a:solidFill>
                    <a:schemeClr val="bg1"/>
                  </a:solidFill>
                  <a:latin typeface="페이퍼로지 6 SemiBold" charset="0"/>
                  <a:ea typeface="페이퍼로지 6 SemiBold" charset="0"/>
                </a:rPr>
                <a:t>ecord</a:t>
              </a:r>
              <a:r>
                <a:rPr lang="ko-KR" altLang="en-US" sz="1200">
                  <a:solidFill>
                    <a:schemeClr val="bg1"/>
                  </a:solidFill>
                  <a:latin typeface="페이퍼로지 6 SemiBold" charset="0"/>
                  <a:ea typeface="페이퍼로지 6 SemiBold" charset="0"/>
                </a:rPr>
                <a:t> </a:t>
              </a:r>
              <a:r>
                <a:rPr lang="ko-KR" altLang="en-US" sz="1200">
                  <a:solidFill>
                    <a:schemeClr val="bg1"/>
                  </a:solidFill>
                  <a:latin typeface="페이퍼로지 6 SemiBold" charset="0"/>
                  <a:ea typeface="페이퍼로지 6 SemiBold" charset="0"/>
                </a:rPr>
                <a:t>기</a:t>
              </a:r>
              <a:r>
                <a:rPr lang="ko-KR" altLang="en-US" sz="1200">
                  <a:solidFill>
                    <a:schemeClr val="bg1"/>
                  </a:solidFill>
                  <a:latin typeface="페이퍼로지 6 SemiBold" charset="0"/>
                  <a:ea typeface="페이퍼로지 6 SemiBold" charset="0"/>
                </a:rPr>
                <a:t>능</a:t>
              </a:r>
              <a:endParaRPr lang="ko-KR" altLang="en-US" sz="1200">
                <a:solidFill>
                  <a:schemeClr val="bg1"/>
                </a:solidFill>
                <a:latin typeface="페이퍼로지 6 SemiBold" charset="0"/>
                <a:ea typeface="페이퍼로지 6 SemiBold" charset="0"/>
              </a:endParaRPr>
            </a:p>
            <a:p>
              <a:pPr marL="0" indent="0">
                <a:lnSpc>
                  <a:spcPct val="150000"/>
                </a:lnSpc>
                <a:buFontTx/>
                <a:buNone/>
              </a:pPr>
              <a:r>
                <a:rPr lang="ko-KR" altLang="en-US" sz="1200">
                  <a:solidFill>
                    <a:schemeClr val="bg1"/>
                  </a:solidFill>
                  <a:latin typeface="페이퍼로지 6 SemiBold" charset="0"/>
                  <a:ea typeface="페이퍼로지 6 SemiBold" charset="0"/>
                </a:rPr>
                <a:t>P</a:t>
              </a:r>
              <a:r>
                <a:rPr lang="ko-KR" altLang="en-US" sz="1200">
                  <a:solidFill>
                    <a:schemeClr val="bg1"/>
                  </a:solidFill>
                  <a:latin typeface="페이퍼로지 6 SemiBold" charset="0"/>
                  <a:ea typeface="페이퍼로지 6 SemiBold" charset="0"/>
                </a:rPr>
                <a:t>ick</a:t>
              </a:r>
              <a:r>
                <a:rPr lang="ko-KR" altLang="en-US" sz="1200">
                  <a:solidFill>
                    <a:schemeClr val="bg1"/>
                  </a:solidFill>
                  <a:latin typeface="페이퍼로지 6 SemiBold" charset="0"/>
                  <a:ea typeface="페이퍼로지 6 SemiBold" charset="0"/>
                </a:rPr>
                <a:t> 기능</a:t>
              </a:r>
              <a:endParaRPr lang="ko-KR" altLang="en-US" sz="1200">
                <a:solidFill>
                  <a:schemeClr val="bg1"/>
                </a:solidFill>
                <a:latin typeface="페이퍼로지 6 SemiBold" charset="0"/>
                <a:ea typeface="페이퍼로지 6 SemiBold" charset="0"/>
              </a:endParaRPr>
            </a:p>
          </p:txBody>
        </p:sp>
        <p:cxnSp>
          <p:nvCxnSpPr>
            <p:cNvPr id="19" name="Rect 0"/>
            <p:cNvCxnSpPr/>
            <p:nvPr/>
          </p:nvCxnSpPr>
          <p:spPr>
            <a:xfrm rot="0">
              <a:off x="3881120" y="3175000"/>
              <a:ext cx="1802130" cy="1905"/>
            </a:xfrm>
            <a:prstGeom prst="line"/>
            <a:ln w="12700" cap="flat" cmpd="sng">
              <a:solidFill>
                <a:srgbClr val="2F3645">
                  <a:alpha val="10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 0"/>
            <p:cNvSpPr txBox="1">
              <a:spLocks/>
            </p:cNvSpPr>
            <p:nvPr/>
          </p:nvSpPr>
          <p:spPr>
            <a:xfrm rot="0">
              <a:off x="3820160" y="2675255"/>
              <a:ext cx="494030" cy="368935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>
                  <a:solidFill>
                    <a:srgbClr val="00B1FF"/>
                  </a:solidFill>
                  <a:latin typeface="페이퍼로지 7 Bold" charset="0"/>
                  <a:ea typeface="페이퍼로지 7 Bold" charset="0"/>
                </a:rPr>
                <a:t>02</a:t>
              </a:r>
              <a:endParaRPr lang="ko-KR" altLang="en-US">
                <a:solidFill>
                  <a:srgbClr val="00B1FF"/>
                </a:solidFill>
                <a:latin typeface="페이퍼로지 7 Bold" charset="0"/>
                <a:ea typeface="페이퍼로지 7 Bold" charset="0"/>
              </a:endParaRPr>
            </a:p>
          </p:txBody>
        </p:sp>
      </p:grpSp>
      <p:grpSp>
        <p:nvGrpSpPr>
          <p:cNvPr id="26" name="Group 5"/>
          <p:cNvGrpSpPr>
            <a:grpSpLocks/>
          </p:cNvGrpSpPr>
          <p:nvPr/>
        </p:nvGrpSpPr>
        <p:grpSpPr>
          <a:xfrm rot="0">
            <a:off x="6373495" y="2675255"/>
            <a:ext cx="1863090" cy="1520825"/>
            <a:chOff x="6373495" y="2675255"/>
            <a:chExt cx="1863090" cy="1520825"/>
          </a:xfrm>
        </p:grpSpPr>
        <p:sp>
          <p:nvSpPr>
            <p:cNvPr id="17" name="Rect 0"/>
            <p:cNvSpPr txBox="1">
              <a:spLocks/>
            </p:cNvSpPr>
            <p:nvPr/>
          </p:nvSpPr>
          <p:spPr>
            <a:xfrm rot="0">
              <a:off x="6434455" y="3273425"/>
              <a:ext cx="1699260" cy="922655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lnSpc>
                  <a:spcPct val="150000"/>
                </a:lnSpc>
                <a:buFontTx/>
                <a:buNone/>
              </a:pPr>
              <a:r>
                <a:rPr lang="ko-KR" alt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페이퍼로지 6 SemiBold" charset="0"/>
                  <a:ea typeface="페이퍼로지 6 SemiBold" charset="0"/>
                </a:rPr>
                <a:t>M</a:t>
              </a:r>
              <a:r>
                <a:rPr lang="ko-KR" alt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페이퍼로지 6 SemiBold" charset="0"/>
                  <a:ea typeface="페이퍼로지 6 SemiBold" charset="0"/>
                </a:rPr>
                <a:t>u</a:t>
              </a:r>
              <a:r>
                <a:rPr lang="ko-KR" alt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페이퍼로지 6 SemiBold" charset="0"/>
                  <a:ea typeface="페이퍼로지 6 SemiBold" charset="0"/>
                </a:rPr>
                <a:t>L</a:t>
              </a:r>
              <a:r>
                <a:rPr lang="ko-KR" alt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페이퍼로지 6 SemiBold" charset="0"/>
                  <a:ea typeface="페이퍼로지 6 SemiBold" charset="0"/>
                </a:rPr>
                <a:t>iN Work</a:t>
              </a:r>
              <a:r>
                <a:rPr lang="ko-KR" alt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페이퍼로지 6 SemiBold" charset="0"/>
                  <a:ea typeface="페이퍼로지 6 SemiBold" charset="0"/>
                </a:rPr>
                <a:t>f</a:t>
              </a:r>
              <a:r>
                <a:rPr lang="ko-KR" alt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페이퍼로지 6 SemiBold" charset="0"/>
                  <a:ea typeface="페이퍼로지 6 SemiBold" charset="0"/>
                </a:rPr>
                <a:t>low</a:t>
              </a:r>
              <a:endParaRPr lang="ko-KR" alt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페이퍼로지 6 SemiBold" charset="0"/>
                <a:ea typeface="페이퍼로지 6 SemiBold" charset="0"/>
              </a:endParaRPr>
            </a:p>
            <a:p>
              <a:pPr marL="0" indent="0">
                <a:lnSpc>
                  <a:spcPct val="150000"/>
                </a:lnSpc>
                <a:buFontTx/>
                <a:buNone/>
              </a:pPr>
              <a:r>
                <a:rPr lang="ko-KR" alt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페이퍼로지 6 SemiBold" charset="0"/>
                  <a:ea typeface="페이퍼로지 6 SemiBold" charset="0"/>
                </a:rPr>
                <a:t>MuLiN 테스</a:t>
              </a:r>
              <a:r>
                <a:rPr lang="ko-KR" alt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페이퍼로지 6 SemiBold" charset="0"/>
                  <a:ea typeface="페이퍼로지 6 SemiBold" charset="0"/>
                </a:rPr>
                <a:t>트 </a:t>
              </a:r>
              <a:r>
                <a:rPr lang="ko-KR" alt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페이퍼로지 6 SemiBold" charset="0"/>
                  <a:ea typeface="페이퍼로지 6 SemiBold" charset="0"/>
                </a:rPr>
                <a:t>시나</a:t>
              </a:r>
              <a:r>
                <a:rPr lang="ko-KR" alt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페이퍼로지 6 SemiBold" charset="0"/>
                  <a:ea typeface="페이퍼로지 6 SemiBold" charset="0"/>
                </a:rPr>
                <a:t>리오</a:t>
              </a:r>
              <a:endParaRPr lang="ko-KR" alt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페이퍼로지 6 SemiBold" charset="0"/>
                <a:ea typeface="페이퍼로지 6 SemiBold" charset="0"/>
              </a:endParaRPr>
            </a:p>
            <a:p>
              <a:pPr marL="0" indent="0">
                <a:lnSpc>
                  <a:spcPct val="150000"/>
                </a:lnSpc>
                <a:buFontTx/>
                <a:buNone/>
              </a:pPr>
              <a:r>
                <a:rPr lang="ko-KR" alt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페이퍼로지 6 SemiBold" charset="0"/>
                  <a:ea typeface="페이퍼로지 6 SemiBold" charset="0"/>
                </a:rPr>
                <a:t>MuLiN </a:t>
              </a:r>
              <a:r>
                <a:rPr lang="ko-KR" alt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페이퍼로지 6 SemiBold" charset="0"/>
                  <a:ea typeface="페이퍼로지 6 SemiBold" charset="0"/>
                </a:rPr>
                <a:t>시연</a:t>
              </a:r>
              <a:endParaRPr lang="ko-KR" alt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페이퍼로지 6 SemiBold" charset="0"/>
                <a:ea typeface="페이퍼로지 6 SemiBold" charset="0"/>
              </a:endParaRPr>
            </a:p>
          </p:txBody>
        </p:sp>
        <p:cxnSp>
          <p:nvCxnSpPr>
            <p:cNvPr id="20" name="Rect 0"/>
            <p:cNvCxnSpPr/>
            <p:nvPr/>
          </p:nvCxnSpPr>
          <p:spPr>
            <a:xfrm rot="0">
              <a:off x="6434455" y="3175000"/>
              <a:ext cx="1802130" cy="1905"/>
            </a:xfrm>
            <a:prstGeom prst="line"/>
            <a:ln w="12700" cap="flat" cmpd="sng">
              <a:solidFill>
                <a:srgbClr val="2F3645">
                  <a:alpha val="10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 0"/>
            <p:cNvSpPr txBox="1">
              <a:spLocks/>
            </p:cNvSpPr>
            <p:nvPr/>
          </p:nvSpPr>
          <p:spPr>
            <a:xfrm rot="0">
              <a:off x="6373495" y="2675255"/>
              <a:ext cx="494030" cy="368935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>
                  <a:solidFill>
                    <a:srgbClr val="00B1FF"/>
                  </a:solidFill>
                  <a:latin typeface="페이퍼로지 7 Bold" charset="0"/>
                  <a:ea typeface="페이퍼로지 7 Bold" charset="0"/>
                </a:rPr>
                <a:t>03</a:t>
              </a:r>
              <a:endParaRPr lang="ko-KR" altLang="en-US">
                <a:solidFill>
                  <a:srgbClr val="00B1FF"/>
                </a:solidFill>
                <a:latin typeface="페이퍼로지 7 Bold" charset="0"/>
                <a:ea typeface="페이퍼로지 7 Bold" charset="0"/>
              </a:endParaRPr>
            </a:p>
          </p:txBody>
        </p:sp>
      </p:grpSp>
      <p:grpSp>
        <p:nvGrpSpPr>
          <p:cNvPr id="25" name="Group 5"/>
          <p:cNvGrpSpPr>
            <a:grpSpLocks/>
          </p:cNvGrpSpPr>
          <p:nvPr/>
        </p:nvGrpSpPr>
        <p:grpSpPr>
          <a:xfrm rot="0">
            <a:off x="8586470" y="2675255"/>
            <a:ext cx="1172210" cy="967105"/>
            <a:chOff x="8586470" y="2675255"/>
            <a:chExt cx="1172210" cy="967105"/>
          </a:xfrm>
        </p:grpSpPr>
        <p:sp>
          <p:nvSpPr>
            <p:cNvPr id="18" name="Rect 0"/>
            <p:cNvSpPr txBox="1">
              <a:spLocks/>
            </p:cNvSpPr>
            <p:nvPr/>
          </p:nvSpPr>
          <p:spPr>
            <a:xfrm rot="0">
              <a:off x="8625205" y="3273425"/>
              <a:ext cx="344805" cy="36957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lnSpc>
                  <a:spcPct val="150000"/>
                </a:lnSpc>
                <a:buFontTx/>
                <a:buNone/>
              </a:pPr>
              <a:r>
                <a:rPr lang="ko-KR" alt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페이퍼로지 6 SemiBold" charset="0"/>
                  <a:ea typeface="페이퍼로지 6 SemiBold" charset="0"/>
                </a:rPr>
                <a:t>Q&amp;A</a:t>
              </a:r>
              <a:endParaRPr lang="ko-KR" alt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페이퍼로지 6 SemiBold" charset="0"/>
                <a:ea typeface="페이퍼로지 6 SemiBold" charset="0"/>
              </a:endParaRPr>
            </a:p>
          </p:txBody>
        </p:sp>
        <p:cxnSp>
          <p:nvCxnSpPr>
            <p:cNvPr id="21" name="Rect 0"/>
            <p:cNvCxnSpPr/>
            <p:nvPr/>
          </p:nvCxnSpPr>
          <p:spPr>
            <a:xfrm rot="0">
              <a:off x="8624570" y="3175000"/>
              <a:ext cx="1134745" cy="1270"/>
            </a:xfrm>
            <a:prstGeom prst="line"/>
            <a:ln w="12700" cap="flat" cmpd="sng">
              <a:solidFill>
                <a:srgbClr val="2F3645">
                  <a:alpha val="10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 0"/>
            <p:cNvSpPr txBox="1">
              <a:spLocks/>
            </p:cNvSpPr>
            <p:nvPr/>
          </p:nvSpPr>
          <p:spPr>
            <a:xfrm rot="0">
              <a:off x="8586470" y="2675255"/>
              <a:ext cx="310515" cy="37084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>
                  <a:solidFill>
                    <a:srgbClr val="00B1FF"/>
                  </a:solidFill>
                  <a:latin typeface="페이퍼로지 7 Bold" charset="0"/>
                  <a:ea typeface="페이퍼로지 7 Bold" charset="0"/>
                </a:rPr>
                <a:t>04</a:t>
              </a:r>
              <a:endParaRPr lang="ko-KR" altLang="en-US">
                <a:solidFill>
                  <a:srgbClr val="00B1FF"/>
                </a:solidFill>
                <a:latin typeface="페이퍼로지 7 Bold" charset="0"/>
                <a:ea typeface="페이퍼로지 7 Bold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 0"/>
          <p:cNvSpPr txBox="1">
            <a:spLocks/>
          </p:cNvSpPr>
          <p:nvPr/>
        </p:nvSpPr>
        <p:spPr>
          <a:xfrm>
            <a:off x="280670" y="420370"/>
            <a:ext cx="1263015" cy="276860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en-US" altLang="ko-KR" sz="1200">
                <a:solidFill>
                  <a:srgbClr val="00B1FF"/>
                </a:solidFill>
                <a:latin typeface="페이퍼로지 7 Bold" charset="0"/>
                <a:ea typeface="페이퍼로지 7 Bold" charset="0"/>
              </a:rPr>
              <a:t>0</a:t>
            </a:r>
            <a:r>
              <a:rPr lang="ko-KR" altLang="ko-KR" sz="1200">
                <a:solidFill>
                  <a:srgbClr val="00B1FF"/>
                </a:solidFill>
                <a:latin typeface="페이퍼로지 7 Bold" charset="0"/>
                <a:ea typeface="페이퍼로지 7 Bold" charset="0"/>
              </a:rPr>
              <a:t>2</a:t>
            </a:r>
            <a:r>
              <a:rPr lang="en-US" altLang="ko-KR" sz="1200">
                <a:solidFill>
                  <a:srgbClr val="00B1FF"/>
                </a:solidFill>
                <a:latin typeface="페이퍼로지 7 Bold" charset="0"/>
                <a:ea typeface="페이퍼로지 7 Bold" charset="0"/>
              </a:rPr>
              <a:t> </a:t>
            </a:r>
            <a:r>
              <a:rPr lang="ko-KR" altLang="en-US" sz="1200">
                <a:solidFill>
                  <a:srgbClr val="111827"/>
                </a:solidFill>
                <a:latin typeface="페이퍼로지 7 Bold" charset="0"/>
                <a:ea typeface="페이퍼로지 7 Bold" charset="0"/>
              </a:rPr>
              <a:t>Squish</a:t>
            </a:r>
            <a:r>
              <a:rPr lang="ko-KR" altLang="en-US" sz="1200">
                <a:solidFill>
                  <a:srgbClr val="111827"/>
                </a:solidFill>
                <a:latin typeface="페이퍼로지 7 Bold" charset="0"/>
                <a:ea typeface="페이퍼로지 7 Bold" charset="0"/>
              </a:rPr>
              <a:t> 기능</a:t>
            </a:r>
            <a:endParaRPr lang="ko-KR" altLang="en-US" sz="1200">
              <a:solidFill>
                <a:srgbClr val="111827"/>
              </a:solidFill>
              <a:latin typeface="페이퍼로지 7 Bold" charset="0"/>
              <a:ea typeface="페이퍼로지 7 Bold" charset="0"/>
            </a:endParaRPr>
          </a:p>
        </p:txBody>
      </p:sp>
      <p:sp>
        <p:nvSpPr>
          <p:cNvPr id="51" name="Rect 0"/>
          <p:cNvSpPr txBox="1">
            <a:spLocks/>
          </p:cNvSpPr>
          <p:nvPr/>
        </p:nvSpPr>
        <p:spPr>
          <a:xfrm rot="0">
            <a:off x="11747500" y="6520815"/>
            <a:ext cx="323850" cy="216535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 algn="r">
              <a:buFontTx/>
              <a:buNone/>
            </a:pPr>
            <a:r>
              <a:rPr lang="en-US" altLang="ko-KR" sz="800">
                <a:solidFill>
                  <a:srgbClr val="89909F"/>
                </a:solidFill>
                <a:latin typeface="페이퍼로지 6 SemiBold" charset="0"/>
                <a:ea typeface="페이퍼로지 6 SemiBold" charset="0"/>
              </a:rPr>
              <a:t>11</a:t>
            </a:r>
            <a:endParaRPr lang="ko-KR" altLang="en-US" sz="800">
              <a:solidFill>
                <a:srgbClr val="89909F"/>
              </a:solidFill>
              <a:latin typeface="페이퍼로지 6 SemiBold" charset="0"/>
              <a:ea typeface="페이퍼로지 6 SemiBold" charset="0"/>
            </a:endParaRPr>
          </a:p>
        </p:txBody>
      </p:sp>
      <p:sp>
        <p:nvSpPr>
          <p:cNvPr id="57" name="Rect 0"/>
          <p:cNvSpPr txBox="1">
            <a:spLocks/>
          </p:cNvSpPr>
          <p:nvPr/>
        </p:nvSpPr>
        <p:spPr>
          <a:xfrm>
            <a:off x="4319905" y="1097280"/>
            <a:ext cx="3556000" cy="522605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 algn="ctr">
              <a:buFontTx/>
              <a:buNone/>
            </a:pPr>
            <a:r>
              <a:rPr lang="ko-KR" altLang="en-US" sz="28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Squish Record</a:t>
            </a:r>
            <a:r>
              <a:rPr lang="ko-KR" altLang="en-US" sz="28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 </a:t>
            </a:r>
            <a:r>
              <a:rPr lang="ko-KR" altLang="en-US" sz="28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기능</a:t>
            </a:r>
            <a:endParaRPr lang="ko-KR" altLang="en-US" sz="2800">
              <a:solidFill>
                <a:srgbClr val="2F3645"/>
              </a:solidFill>
              <a:latin typeface="페이퍼로지 7 Bold" charset="0"/>
              <a:ea typeface="페이퍼로지 7 Bold" charset="0"/>
            </a:endParaRPr>
          </a:p>
        </p:txBody>
      </p:sp>
      <p:sp>
        <p:nvSpPr>
          <p:cNvPr id="58" name="도형 1"/>
          <p:cNvSpPr>
            <a:spLocks/>
          </p:cNvSpPr>
          <p:nvPr/>
        </p:nvSpPr>
        <p:spPr>
          <a:xfrm rot="0">
            <a:off x="3810635" y="1960245"/>
            <a:ext cx="4570730" cy="338455"/>
          </a:xfrm>
          <a:prstGeom prst="rect"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사용자의 </a:t>
            </a: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행동</a:t>
            </a: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을 녹화해 스크립트를 </a:t>
            </a: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자</a:t>
            </a: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동 </a:t>
            </a: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생성하</a:t>
            </a: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는 </a:t>
            </a: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기</a:t>
            </a: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능</a:t>
            </a:r>
            <a:endParaRPr lang="ko-KR" altLang="en-US" sz="1600">
              <a:solidFill>
                <a:srgbClr val="2F3645"/>
              </a:solidFill>
              <a:latin typeface="페이퍼로지 7 Bold" charset="0"/>
              <a:ea typeface="페이퍼로지 7 Bold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 0"/>
          <p:cNvSpPr txBox="1">
            <a:spLocks/>
          </p:cNvSpPr>
          <p:nvPr/>
        </p:nvSpPr>
        <p:spPr>
          <a:xfrm rot="0">
            <a:off x="11747500" y="6520815"/>
            <a:ext cx="323850" cy="216535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 algn="r">
              <a:buFontTx/>
              <a:buNone/>
            </a:pPr>
            <a:r>
              <a:rPr lang="en-US" altLang="ko-KR" sz="800">
                <a:solidFill>
                  <a:srgbClr val="89909F"/>
                </a:solidFill>
                <a:latin typeface="페이퍼로지 6 SemiBold" charset="0"/>
                <a:ea typeface="페이퍼로지 6 SemiBold" charset="0"/>
              </a:rPr>
              <a:t>11</a:t>
            </a:r>
            <a:endParaRPr lang="ko-KR" altLang="en-US" sz="800">
              <a:solidFill>
                <a:srgbClr val="89909F"/>
              </a:solidFill>
              <a:latin typeface="페이퍼로지 6 SemiBold" charset="0"/>
              <a:ea typeface="페이퍼로지 6 SemiBold" charset="0"/>
            </a:endParaRPr>
          </a:p>
        </p:txBody>
      </p:sp>
      <p:sp>
        <p:nvSpPr>
          <p:cNvPr id="57" name="Rect 0"/>
          <p:cNvSpPr txBox="1">
            <a:spLocks/>
          </p:cNvSpPr>
          <p:nvPr/>
        </p:nvSpPr>
        <p:spPr>
          <a:xfrm>
            <a:off x="3837940" y="1097280"/>
            <a:ext cx="4519295" cy="522605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 algn="ctr">
              <a:buFontTx/>
              <a:buNone/>
            </a:pPr>
            <a:r>
              <a:rPr lang="ko-KR" altLang="en-US" sz="28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Squish Pick(스포이드) 기능</a:t>
            </a:r>
            <a:endParaRPr lang="ko-KR" altLang="en-US" sz="2800">
              <a:solidFill>
                <a:srgbClr val="2F3645"/>
              </a:solidFill>
              <a:latin typeface="페이퍼로지 7 Bold" charset="0"/>
              <a:ea typeface="페이퍼로지 7 Bold" charset="0"/>
            </a:endParaRPr>
          </a:p>
        </p:txBody>
      </p:sp>
      <p:sp>
        <p:nvSpPr>
          <p:cNvPr id="58" name="도형 2"/>
          <p:cNvSpPr>
            <a:spLocks/>
          </p:cNvSpPr>
          <p:nvPr/>
        </p:nvSpPr>
        <p:spPr>
          <a:xfrm rot="0">
            <a:off x="4352925" y="1960245"/>
            <a:ext cx="3486150" cy="338455"/>
          </a:xfrm>
          <a:prstGeom prst="rect"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스포이드로 해당 </a:t>
            </a: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Q</a:t>
            </a: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t</a:t>
            </a: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객체</a:t>
            </a: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를 탐색하는 </a:t>
            </a: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기</a:t>
            </a: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능</a:t>
            </a:r>
            <a:endParaRPr lang="ko-KR" altLang="en-US" sz="1600">
              <a:solidFill>
                <a:srgbClr val="2F3645"/>
              </a:solidFill>
              <a:latin typeface="페이퍼로지 7 Bold" charset="0"/>
              <a:ea typeface="페이퍼로지 7 Bold" charset="0"/>
            </a:endParaRPr>
          </a:p>
        </p:txBody>
      </p:sp>
      <p:sp>
        <p:nvSpPr>
          <p:cNvPr id="59" name="텍스트 상자 3"/>
          <p:cNvSpPr txBox="1">
            <a:spLocks/>
          </p:cNvSpPr>
          <p:nvPr/>
        </p:nvSpPr>
        <p:spPr>
          <a:xfrm rot="0">
            <a:off x="280670" y="420370"/>
            <a:ext cx="1263015" cy="276860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en-US" altLang="ko-KR" sz="1200">
                <a:solidFill>
                  <a:srgbClr val="00B1FF"/>
                </a:solidFill>
                <a:latin typeface="페이퍼로지 7 Bold" charset="0"/>
                <a:ea typeface="페이퍼로지 7 Bold" charset="0"/>
              </a:rPr>
              <a:t>0</a:t>
            </a:r>
            <a:r>
              <a:rPr lang="ko-KR" altLang="ko-KR" sz="1200">
                <a:solidFill>
                  <a:srgbClr val="00B1FF"/>
                </a:solidFill>
                <a:latin typeface="페이퍼로지 7 Bold" charset="0"/>
                <a:ea typeface="페이퍼로지 7 Bold" charset="0"/>
              </a:rPr>
              <a:t>2</a:t>
            </a:r>
            <a:r>
              <a:rPr lang="en-US" altLang="ko-KR" sz="1200">
                <a:solidFill>
                  <a:srgbClr val="00B1FF"/>
                </a:solidFill>
                <a:latin typeface="페이퍼로지 7 Bold" charset="0"/>
                <a:ea typeface="페이퍼로지 7 Bold" charset="0"/>
              </a:rPr>
              <a:t> </a:t>
            </a:r>
            <a:r>
              <a:rPr lang="ko-KR" altLang="en-US" sz="1200">
                <a:solidFill>
                  <a:srgbClr val="111827"/>
                </a:solidFill>
                <a:latin typeface="페이퍼로지 7 Bold" charset="0"/>
                <a:ea typeface="페이퍼로지 7 Bold" charset="0"/>
              </a:rPr>
              <a:t>Squish</a:t>
            </a:r>
            <a:r>
              <a:rPr lang="ko-KR" altLang="en-US" sz="1200">
                <a:solidFill>
                  <a:srgbClr val="111827"/>
                </a:solidFill>
                <a:latin typeface="페이퍼로지 7 Bold" charset="0"/>
                <a:ea typeface="페이퍼로지 7 Bold" charset="0"/>
              </a:rPr>
              <a:t> 기능</a:t>
            </a:r>
            <a:endParaRPr lang="ko-KR" altLang="en-US" sz="1200">
              <a:solidFill>
                <a:srgbClr val="111827"/>
              </a:solidFill>
              <a:latin typeface="페이퍼로지 7 Bold" charset="0"/>
              <a:ea typeface="페이퍼로지 7 Bold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5"/>
          <p:cNvGrpSpPr>
            <a:grpSpLocks/>
          </p:cNvGrpSpPr>
          <p:nvPr/>
        </p:nvGrpSpPr>
        <p:grpSpPr>
          <a:xfrm rot="0">
            <a:off x="1692910" y="2145030"/>
            <a:ext cx="1918335" cy="2327910"/>
            <a:chOff x="1692910" y="2145030"/>
            <a:chExt cx="1918335" cy="2327910"/>
          </a:xfrm>
        </p:grpSpPr>
        <p:sp>
          <p:nvSpPr>
            <p:cNvPr id="10" name="Rect 0"/>
            <p:cNvSpPr txBox="1">
              <a:spLocks/>
            </p:cNvSpPr>
            <p:nvPr/>
          </p:nvSpPr>
          <p:spPr>
            <a:xfrm rot="0">
              <a:off x="1693545" y="2145030"/>
              <a:ext cx="916940" cy="399415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2000">
                  <a:solidFill>
                    <a:schemeClr val="tx1">
                      <a:lumMod val="50000"/>
                      <a:lumOff val="50000"/>
                    </a:schemeClr>
                  </a:solidFill>
                  <a:latin typeface="페이퍼로지 7 Bold" charset="0"/>
                  <a:ea typeface="페이퍼로지 7 Bold" charset="0"/>
                </a:rPr>
                <a:t>Contents</a:t>
              </a:r>
              <a:endParaRPr lang="ko-KR" alt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페이퍼로지 7 Bold" charset="0"/>
                <a:ea typeface="페이퍼로지 7 Bold" charset="0"/>
              </a:endParaRPr>
            </a:p>
          </p:txBody>
        </p:sp>
        <p:sp>
          <p:nvSpPr>
            <p:cNvPr id="11" name="Rect 0"/>
            <p:cNvSpPr txBox="1">
              <a:spLocks/>
            </p:cNvSpPr>
            <p:nvPr/>
          </p:nvSpPr>
          <p:spPr>
            <a:xfrm rot="0">
              <a:off x="1692910" y="2675255"/>
              <a:ext cx="323850" cy="368935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>
                  <a:solidFill>
                    <a:srgbClr val="00B1FF"/>
                  </a:solidFill>
                  <a:latin typeface="페이퍼로지 7 Bold" charset="0"/>
                  <a:ea typeface="페이퍼로지 7 Bold" charset="0"/>
                </a:rPr>
                <a:t>01</a:t>
              </a:r>
              <a:endParaRPr lang="ko-KR" altLang="en-US">
                <a:solidFill>
                  <a:srgbClr val="00B1FF"/>
                </a:solidFill>
                <a:latin typeface="페이퍼로지 7 Bold" charset="0"/>
                <a:ea typeface="페이퍼로지 7 Bold" charset="0"/>
              </a:endParaRPr>
            </a:p>
          </p:txBody>
        </p:sp>
        <p:sp>
          <p:nvSpPr>
            <p:cNvPr id="12" name="Rect 0"/>
            <p:cNvSpPr txBox="1">
              <a:spLocks/>
            </p:cNvSpPr>
            <p:nvPr/>
          </p:nvSpPr>
          <p:spPr>
            <a:xfrm rot="0">
              <a:off x="1732915" y="3273425"/>
              <a:ext cx="1692910" cy="1199515"/>
            </a:xfrm>
            <a:prstGeom prst="rect"/>
            <a:noFill/>
          </p:spPr>
          <p:txBody>
            <a:bodyPr wrap="square" lIns="91440" tIns="45720" rIns="91440" bIns="45720" numCol="1" vert="horz" anchor="t">
              <a:spAutoFit/>
            </a:bodyPr>
            <a:lstStyle/>
            <a:p>
              <a:pPr marL="0" indent="0">
                <a:lnSpc>
                  <a:spcPct val="150000"/>
                </a:lnSpc>
                <a:buFontTx/>
                <a:buNone/>
              </a:pPr>
              <a:r>
                <a:rPr lang="ko-KR" alt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페이퍼로지 6 SemiBold" charset="0"/>
                  <a:ea typeface="페이퍼로지 6 SemiBold" charset="0"/>
                </a:rPr>
                <a:t>Squish란?</a:t>
              </a:r>
              <a:endParaRPr lang="ko-KR" alt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페이퍼로지 6 SemiBold" charset="0"/>
                <a:ea typeface="페이퍼로지 6 SemiBold" charset="0"/>
              </a:endParaRPr>
            </a:p>
            <a:p>
              <a:pPr marL="0" indent="0">
                <a:lnSpc>
                  <a:spcPct val="150000"/>
                </a:lnSpc>
                <a:buFontTx/>
                <a:buNone/>
              </a:pPr>
              <a:r>
                <a:rPr lang="ko-KR" alt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페이퍼로지 6 SemiBold" charset="0"/>
                  <a:ea typeface="페이퍼로지 6 SemiBold" charset="0"/>
                </a:rPr>
                <a:t>Squish </a:t>
              </a:r>
              <a:r>
                <a:rPr lang="ko-KR" alt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페이퍼로지 6 SemiBold" charset="0"/>
                  <a:ea typeface="페이퍼로지 6 SemiBold" charset="0"/>
                </a:rPr>
                <a:t>용</a:t>
              </a:r>
              <a:r>
                <a:rPr lang="ko-KR" alt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페이퍼로지 6 SemiBold" charset="0"/>
                  <a:ea typeface="페이퍼로지 6 SemiBold" charset="0"/>
                </a:rPr>
                <a:t>어 </a:t>
              </a:r>
              <a:r>
                <a:rPr lang="ko-KR" alt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페이퍼로지 6 SemiBold" charset="0"/>
                  <a:ea typeface="페이퍼로지 6 SemiBold" charset="0"/>
                </a:rPr>
                <a:t>정</a:t>
              </a:r>
              <a:r>
                <a:rPr lang="ko-KR" alt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페이퍼로지 6 SemiBold" charset="0"/>
                  <a:ea typeface="페이퍼로지 6 SemiBold" charset="0"/>
                </a:rPr>
                <a:t>의</a:t>
              </a:r>
              <a:endParaRPr lang="ko-KR" alt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페이퍼로지 6 SemiBold" charset="0"/>
                <a:ea typeface="페이퍼로지 6 SemiBold" charset="0"/>
              </a:endParaRPr>
            </a:p>
            <a:p>
              <a:pPr marL="0" indent="0">
                <a:lnSpc>
                  <a:spcPct val="150000"/>
                </a:lnSpc>
                <a:buFontTx/>
                <a:buNone/>
              </a:pPr>
              <a:r>
                <a:rPr lang="ko-KR" alt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페이퍼로지 6 SemiBold" charset="0"/>
                  <a:ea typeface="페이퍼로지 6 SemiBold" charset="0"/>
                </a:rPr>
                <a:t>Squish 구성요소</a:t>
              </a:r>
              <a:endParaRPr lang="ko-KR" alt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페이퍼로지 6 SemiBold" charset="0"/>
                <a:ea typeface="페이퍼로지 6 SemiBold" charset="0"/>
              </a:endParaRPr>
            </a:p>
            <a:p>
              <a:pPr marL="0" indent="0">
                <a:lnSpc>
                  <a:spcPct val="150000"/>
                </a:lnSpc>
                <a:buFontTx/>
                <a:buNone/>
              </a:pPr>
              <a:r>
                <a:rPr lang="ko-KR" alt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페이퍼로지 6 SemiBold" charset="0"/>
                  <a:ea typeface="페이퍼로지 6 SemiBold" charset="0"/>
                </a:rPr>
                <a:t>Squish 설치 방법</a:t>
              </a:r>
              <a:endParaRPr lang="ko-KR" alt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페이퍼로지 6 SemiBold" charset="0"/>
                <a:ea typeface="페이퍼로지 6 SemiBold" charset="0"/>
              </a:endParaRPr>
            </a:p>
          </p:txBody>
        </p:sp>
        <p:cxnSp>
          <p:nvCxnSpPr>
            <p:cNvPr id="14" name="Rect 0"/>
            <p:cNvCxnSpPr/>
            <p:nvPr/>
          </p:nvCxnSpPr>
          <p:spPr>
            <a:xfrm rot="0">
              <a:off x="1732915" y="3175000"/>
              <a:ext cx="1878330" cy="1905"/>
            </a:xfrm>
            <a:prstGeom prst="line"/>
            <a:ln w="12700" cap="flat" cmpd="sng">
              <a:solidFill>
                <a:srgbClr val="2F3645">
                  <a:alpha val="10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5"/>
          <p:cNvGrpSpPr>
            <a:grpSpLocks/>
          </p:cNvGrpSpPr>
          <p:nvPr/>
        </p:nvGrpSpPr>
        <p:grpSpPr>
          <a:xfrm rot="0">
            <a:off x="3820160" y="2675255"/>
            <a:ext cx="1862455" cy="1243965"/>
            <a:chOff x="3820160" y="2675255"/>
            <a:chExt cx="1862455" cy="1243965"/>
          </a:xfrm>
        </p:grpSpPr>
        <p:sp>
          <p:nvSpPr>
            <p:cNvPr id="16" name="Rect 0"/>
            <p:cNvSpPr txBox="1">
              <a:spLocks/>
            </p:cNvSpPr>
            <p:nvPr/>
          </p:nvSpPr>
          <p:spPr>
            <a:xfrm rot="0">
              <a:off x="3881120" y="3273425"/>
              <a:ext cx="1699895" cy="64643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lnSpc>
                  <a:spcPct val="150000"/>
                </a:lnSpc>
                <a:buFontTx/>
                <a:buNone/>
              </a:pPr>
              <a:r>
                <a:rPr lang="ko-KR" altLang="en-US" sz="1200">
                  <a:solidFill>
                    <a:schemeClr val="bg1"/>
                  </a:solidFill>
                  <a:latin typeface="페이퍼로지 6 SemiBold" charset="0"/>
                  <a:ea typeface="페이퍼로지 6 SemiBold" charset="0"/>
                </a:rPr>
                <a:t>MuLiN Workflow</a:t>
              </a:r>
              <a:endParaRPr lang="ko-KR" altLang="en-US" sz="1200">
                <a:solidFill>
                  <a:schemeClr val="bg1"/>
                </a:solidFill>
                <a:latin typeface="페이퍼로지 6 SemiBold" charset="0"/>
                <a:ea typeface="페이퍼로지 6 SemiBold" charset="0"/>
              </a:endParaRPr>
            </a:p>
            <a:p>
              <a:pPr marL="0" indent="0">
                <a:lnSpc>
                  <a:spcPct val="150000"/>
                </a:lnSpc>
                <a:buFontTx/>
                <a:buNone/>
              </a:pPr>
              <a:r>
                <a:rPr lang="ko-KR" altLang="en-US" sz="1200">
                  <a:solidFill>
                    <a:schemeClr val="bg1"/>
                  </a:solidFill>
                  <a:latin typeface="페이퍼로지 6 SemiBold" charset="0"/>
                  <a:ea typeface="페이퍼로지 6 SemiBold" charset="0"/>
                </a:rPr>
                <a:t>MuLiN 테스트 시나리오</a:t>
              </a:r>
              <a:endParaRPr lang="ko-KR" altLang="en-US" sz="1200">
                <a:solidFill>
                  <a:schemeClr val="bg1"/>
                </a:solidFill>
                <a:latin typeface="페이퍼로지 6 SemiBold" charset="0"/>
                <a:ea typeface="페이퍼로지 6 SemiBold" charset="0"/>
              </a:endParaRPr>
            </a:p>
          </p:txBody>
        </p:sp>
        <p:cxnSp>
          <p:nvCxnSpPr>
            <p:cNvPr id="19" name="Rect 0"/>
            <p:cNvCxnSpPr/>
            <p:nvPr/>
          </p:nvCxnSpPr>
          <p:spPr>
            <a:xfrm rot="0">
              <a:off x="3881120" y="3175000"/>
              <a:ext cx="1802130" cy="1905"/>
            </a:xfrm>
            <a:prstGeom prst="line"/>
            <a:ln w="12700" cap="flat" cmpd="sng">
              <a:solidFill>
                <a:srgbClr val="2F3645">
                  <a:alpha val="10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 0"/>
            <p:cNvSpPr txBox="1">
              <a:spLocks/>
            </p:cNvSpPr>
            <p:nvPr/>
          </p:nvSpPr>
          <p:spPr>
            <a:xfrm rot="0">
              <a:off x="3820160" y="2675255"/>
              <a:ext cx="494030" cy="371475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>
                  <a:solidFill>
                    <a:srgbClr val="00B1FF"/>
                  </a:solidFill>
                  <a:latin typeface="페이퍼로지 7 Bold" charset="0"/>
                  <a:ea typeface="페이퍼로지 7 Bold" charset="0"/>
                </a:rPr>
                <a:t>02</a:t>
              </a:r>
              <a:endParaRPr lang="ko-KR" altLang="en-US">
                <a:solidFill>
                  <a:srgbClr val="00B1FF"/>
                </a:solidFill>
                <a:latin typeface="페이퍼로지 7 Bold" charset="0"/>
                <a:ea typeface="페이퍼로지 7 Bold" charset="0"/>
              </a:endParaRPr>
            </a:p>
          </p:txBody>
        </p:sp>
      </p:grpSp>
      <p:grpSp>
        <p:nvGrpSpPr>
          <p:cNvPr id="26" name="Group 5"/>
          <p:cNvGrpSpPr>
            <a:grpSpLocks/>
          </p:cNvGrpSpPr>
          <p:nvPr/>
        </p:nvGrpSpPr>
        <p:grpSpPr>
          <a:xfrm rot="0">
            <a:off x="6373495" y="2675255"/>
            <a:ext cx="1863090" cy="1797685"/>
            <a:chOff x="6373495" y="2675255"/>
            <a:chExt cx="1863090" cy="1797685"/>
          </a:xfrm>
        </p:grpSpPr>
        <p:sp>
          <p:nvSpPr>
            <p:cNvPr id="17" name="Rect 0"/>
            <p:cNvSpPr txBox="1">
              <a:spLocks/>
            </p:cNvSpPr>
            <p:nvPr/>
          </p:nvSpPr>
          <p:spPr>
            <a:xfrm rot="0">
              <a:off x="6434455" y="3273425"/>
              <a:ext cx="1134110" cy="1199515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lnSpc>
                  <a:spcPct val="150000"/>
                </a:lnSpc>
                <a:buFontTx/>
                <a:buNone/>
              </a:pPr>
              <a:r>
                <a:rPr lang="ko-KR" alt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페이퍼로지 6 SemiBold" charset="0"/>
                  <a:ea typeface="페이퍼로지 6 SemiBold" charset="0"/>
                </a:rPr>
                <a:t>MuLiN 시연</a:t>
              </a:r>
              <a:endParaRPr lang="ko-KR" alt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페이퍼로지 6 SemiBold" charset="0"/>
                <a:ea typeface="페이퍼로지 6 SemiBold" charset="0"/>
              </a:endParaRPr>
            </a:p>
            <a:p>
              <a:pPr marL="0" indent="0">
                <a:lnSpc>
                  <a:spcPct val="150000"/>
                </a:lnSpc>
                <a:buFontTx/>
                <a:buNone/>
              </a:pPr>
              <a:r>
                <a:rPr lang="ko-KR" alt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페이퍼로지 6 SemiBold" charset="0"/>
                  <a:ea typeface="페이퍼로지 6 SemiBold" charset="0"/>
                </a:rPr>
                <a:t>  - Scenario1</a:t>
              </a:r>
              <a:endParaRPr lang="ko-KR" alt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페이퍼로지 6 SemiBold" charset="0"/>
                <a:ea typeface="페이퍼로지 6 SemiBold" charset="0"/>
              </a:endParaRPr>
            </a:p>
            <a:p>
              <a:pPr marL="0" indent="0">
                <a:lnSpc>
                  <a:spcPct val="150000"/>
                </a:lnSpc>
                <a:buFontTx/>
                <a:buNone/>
              </a:pPr>
              <a:r>
                <a:rPr lang="ko-KR" alt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페이퍼로지 6 SemiBold" charset="0"/>
                  <a:ea typeface="페이퍼로지 6 SemiBold" charset="0"/>
                </a:rPr>
                <a:t>  - Scenario2</a:t>
              </a:r>
              <a:endParaRPr lang="ko-KR" alt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페이퍼로지 6 SemiBold" charset="0"/>
                <a:ea typeface="페이퍼로지 6 SemiBold" charset="0"/>
              </a:endParaRPr>
            </a:p>
            <a:p>
              <a:pPr marL="0" indent="0">
                <a:lnSpc>
                  <a:spcPct val="150000"/>
                </a:lnSpc>
                <a:buFontTx/>
                <a:buNone/>
              </a:pPr>
              <a:r>
                <a:rPr lang="ko-KR" alt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페이퍼로지 6 SemiBold" charset="0"/>
                  <a:ea typeface="페이퍼로지 6 SemiBold" charset="0"/>
                </a:rPr>
                <a:t>  - Scenario3</a:t>
              </a:r>
              <a:endParaRPr lang="ko-KR" alt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페이퍼로지 6 SemiBold" charset="0"/>
                <a:ea typeface="페이퍼로지 6 SemiBold" charset="0"/>
              </a:endParaRPr>
            </a:p>
          </p:txBody>
        </p:sp>
        <p:cxnSp>
          <p:nvCxnSpPr>
            <p:cNvPr id="20" name="Rect 0"/>
            <p:cNvCxnSpPr/>
            <p:nvPr/>
          </p:nvCxnSpPr>
          <p:spPr>
            <a:xfrm rot="0">
              <a:off x="6434455" y="3175000"/>
              <a:ext cx="1802130" cy="1905"/>
            </a:xfrm>
            <a:prstGeom prst="line"/>
            <a:ln w="12700" cap="flat" cmpd="sng">
              <a:solidFill>
                <a:srgbClr val="2F3645">
                  <a:alpha val="10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 0"/>
            <p:cNvSpPr txBox="1">
              <a:spLocks/>
            </p:cNvSpPr>
            <p:nvPr/>
          </p:nvSpPr>
          <p:spPr>
            <a:xfrm rot="0">
              <a:off x="6373495" y="2675255"/>
              <a:ext cx="494030" cy="371475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>
                  <a:solidFill>
                    <a:srgbClr val="00B1FF"/>
                  </a:solidFill>
                  <a:latin typeface="페이퍼로지 7 Bold" charset="0"/>
                  <a:ea typeface="페이퍼로지 7 Bold" charset="0"/>
                </a:rPr>
                <a:t>03</a:t>
              </a:r>
              <a:endParaRPr lang="ko-KR" altLang="en-US">
                <a:solidFill>
                  <a:srgbClr val="00B1FF"/>
                </a:solidFill>
                <a:latin typeface="페이퍼로지 7 Bold" charset="0"/>
                <a:ea typeface="페이퍼로지 7 Bold" charset="0"/>
              </a:endParaRPr>
            </a:p>
          </p:txBody>
        </p:sp>
      </p:grpSp>
      <p:grpSp>
        <p:nvGrpSpPr>
          <p:cNvPr id="25" name="Group 5"/>
          <p:cNvGrpSpPr>
            <a:grpSpLocks/>
          </p:cNvGrpSpPr>
          <p:nvPr/>
        </p:nvGrpSpPr>
        <p:grpSpPr>
          <a:xfrm rot="0">
            <a:off x="8586470" y="2675255"/>
            <a:ext cx="1172845" cy="967105"/>
            <a:chOff x="8586470" y="2675255"/>
            <a:chExt cx="1172845" cy="967105"/>
          </a:xfrm>
        </p:grpSpPr>
        <p:sp>
          <p:nvSpPr>
            <p:cNvPr id="18" name="Rect 0"/>
            <p:cNvSpPr txBox="1">
              <a:spLocks/>
            </p:cNvSpPr>
            <p:nvPr/>
          </p:nvSpPr>
          <p:spPr>
            <a:xfrm rot="0">
              <a:off x="8625205" y="3273425"/>
              <a:ext cx="344805" cy="368935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lnSpc>
                  <a:spcPct val="150000"/>
                </a:lnSpc>
                <a:buFontTx/>
                <a:buNone/>
              </a:pPr>
              <a:r>
                <a:rPr lang="ko-KR" alt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페이퍼로지 6 SemiBold" charset="0"/>
                  <a:ea typeface="페이퍼로지 6 SemiBold" charset="0"/>
                </a:rPr>
                <a:t>Q&amp;A</a:t>
              </a:r>
              <a:endParaRPr lang="ko-KR" alt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페이퍼로지 6 SemiBold" charset="0"/>
                <a:ea typeface="페이퍼로지 6 SemiBold" charset="0"/>
              </a:endParaRPr>
            </a:p>
          </p:txBody>
        </p:sp>
        <p:cxnSp>
          <p:nvCxnSpPr>
            <p:cNvPr id="21" name="Rect 0"/>
            <p:cNvCxnSpPr/>
            <p:nvPr/>
          </p:nvCxnSpPr>
          <p:spPr>
            <a:xfrm rot="0">
              <a:off x="8624570" y="3175000"/>
              <a:ext cx="1134745" cy="1270"/>
            </a:xfrm>
            <a:prstGeom prst="line"/>
            <a:ln w="12700" cap="flat" cmpd="sng">
              <a:solidFill>
                <a:srgbClr val="2F3645">
                  <a:alpha val="10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 0"/>
            <p:cNvSpPr txBox="1">
              <a:spLocks/>
            </p:cNvSpPr>
            <p:nvPr/>
          </p:nvSpPr>
          <p:spPr>
            <a:xfrm rot="0">
              <a:off x="8586470" y="2675255"/>
              <a:ext cx="310515" cy="37084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>
                  <a:solidFill>
                    <a:srgbClr val="00B1FF"/>
                  </a:solidFill>
                  <a:latin typeface="페이퍼로지 7 Bold" charset="0"/>
                  <a:ea typeface="페이퍼로지 7 Bold" charset="0"/>
                </a:rPr>
                <a:t>04</a:t>
              </a:r>
              <a:endParaRPr lang="ko-KR" altLang="en-US">
                <a:solidFill>
                  <a:srgbClr val="00B1FF"/>
                </a:solidFill>
                <a:latin typeface="페이퍼로지 7 Bold" charset="0"/>
                <a:ea typeface="페이퍼로지 7 Bold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 0"/>
          <p:cNvSpPr>
            <a:spLocks/>
          </p:cNvSpPr>
          <p:nvPr/>
        </p:nvSpPr>
        <p:spPr>
          <a:xfrm rot="10800000">
            <a:off x="727075" y="5393690"/>
            <a:ext cx="3187700" cy="721360"/>
          </a:xfrm>
          <a:prstGeom prst="rect"/>
          <a:solidFill>
            <a:schemeClr val="bg1"/>
          </a:solidFill>
          <a:ln w="6350" cap="flat" cmpd="sng">
            <a:solidFill>
              <a:srgbClr val="2F3645">
                <a:alpha val="100000"/>
              </a:srgbClr>
            </a:solidFill>
            <a:prstDash val="solid"/>
          </a:ln>
          <a:effectLst>
            <a:outerShdw sx="100000" sy="100000" blurRad="63500" dist="38100" dir="2700000" rotWithShape="0" algn="tl">
              <a:srgbClr val="89909F">
                <a:alpha val="9411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28" name="Rect 0"/>
          <p:cNvSpPr>
            <a:spLocks/>
          </p:cNvSpPr>
          <p:nvPr/>
        </p:nvSpPr>
        <p:spPr>
          <a:xfrm rot="10800000">
            <a:off x="727075" y="2973070"/>
            <a:ext cx="10625455" cy="2336165"/>
          </a:xfrm>
          <a:prstGeom prst="rect"/>
          <a:solidFill>
            <a:schemeClr val="bg1"/>
          </a:solidFill>
          <a:ln w="6350" cap="flat" cmpd="sng">
            <a:solidFill>
              <a:srgbClr val="2F3645">
                <a:alpha val="100000"/>
              </a:srgbClr>
            </a:solidFill>
            <a:prstDash val="solid"/>
          </a:ln>
          <a:effectLst>
            <a:outerShdw sx="100000" sy="100000" blurRad="63500" dist="38100" dir="2700000" rotWithShape="0" algn="tl">
              <a:srgbClr val="89909F">
                <a:alpha val="9411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27" name="Rect 0"/>
          <p:cNvSpPr>
            <a:spLocks/>
          </p:cNvSpPr>
          <p:nvPr/>
        </p:nvSpPr>
        <p:spPr>
          <a:xfrm rot="10800000">
            <a:off x="727075" y="2973070"/>
            <a:ext cx="10634345" cy="289560"/>
          </a:xfrm>
          <a:prstGeom prst="rect"/>
          <a:solidFill>
            <a:srgbClr val="2F3645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3" name="Rect 0"/>
          <p:cNvSpPr txBox="1">
            <a:spLocks/>
          </p:cNvSpPr>
          <p:nvPr/>
        </p:nvSpPr>
        <p:spPr>
          <a:xfrm rot="0">
            <a:off x="280670" y="420370"/>
            <a:ext cx="2289175" cy="277495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en-US" altLang="ko-KR" sz="1200">
                <a:solidFill>
                  <a:srgbClr val="00B1FF"/>
                </a:solidFill>
                <a:latin typeface="페이퍼로지 7 Bold" charset="0"/>
                <a:ea typeface="페이퍼로지 7 Bold" charset="0"/>
              </a:rPr>
              <a:t>01 </a:t>
            </a:r>
            <a:r>
              <a:rPr lang="ko-KR" altLang="en-US" sz="1200">
                <a:solidFill>
                  <a:srgbClr val="111827"/>
                </a:solidFill>
                <a:latin typeface="페이퍼로지 7 Bold" charset="0"/>
                <a:ea typeface="페이퍼로지 7 Bold" charset="0"/>
              </a:rPr>
              <a:t>Squish와 GUI 테스트 자동화</a:t>
            </a:r>
            <a:endParaRPr lang="ko-KR" altLang="en-US" sz="1200">
              <a:solidFill>
                <a:srgbClr val="111827"/>
              </a:solidFill>
              <a:latin typeface="페이퍼로지 7 Bold" charset="0"/>
              <a:ea typeface="페이퍼로지 7 Bold" charset="0"/>
            </a:endParaRPr>
          </a:p>
        </p:txBody>
      </p:sp>
      <p:sp>
        <p:nvSpPr>
          <p:cNvPr id="197" name="Rect 0"/>
          <p:cNvSpPr txBox="1">
            <a:spLocks/>
          </p:cNvSpPr>
          <p:nvPr/>
        </p:nvSpPr>
        <p:spPr>
          <a:xfrm rot="0">
            <a:off x="1155065" y="3020060"/>
            <a:ext cx="9857740" cy="24574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ctr">
              <a:buFontTx/>
              <a:buNone/>
            </a:pPr>
            <a:r>
              <a:rPr lang="ko-KR" altLang="ko-KR" sz="1000">
                <a:solidFill>
                  <a:srgbClr val="63FFB1"/>
                </a:solidFill>
                <a:latin typeface="페이퍼로지 7 Bold" charset="0"/>
                <a:ea typeface="페이퍼로지 7 Bold" charset="0"/>
              </a:rPr>
              <a:t>고객 </a:t>
            </a:r>
            <a:r>
              <a:rPr lang="ko-KR" altLang="ko-KR" sz="1000">
                <a:solidFill>
                  <a:srgbClr val="63FFB1"/>
                </a:solidFill>
                <a:latin typeface="페이퍼로지 7 Bold" charset="0"/>
                <a:ea typeface="페이퍼로지 7 Bold" charset="0"/>
              </a:rPr>
              <a:t> </a:t>
            </a:r>
            <a:r>
              <a:rPr lang="ko-KR" altLang="ko-KR" sz="1000">
                <a:solidFill>
                  <a:srgbClr val="63FFB1"/>
                </a:solidFill>
                <a:latin typeface="페이퍼로지 7 Bold" charset="0"/>
                <a:ea typeface="페이퍼로지 7 Bold" charset="0"/>
              </a:rPr>
              <a:t> </a:t>
            </a:r>
            <a:r>
              <a:rPr lang="ko-KR" altLang="ko-KR" sz="1000">
                <a:solidFill>
                  <a:srgbClr val="63FFB1"/>
                </a:solidFill>
                <a:latin typeface="페이퍼로지 7 Bold" charset="0"/>
                <a:ea typeface="페이퍼로지 7 Bold" charset="0"/>
              </a:rPr>
              <a:t>                    &gt;                LD Logic작성(</a:t>
            </a:r>
            <a:r>
              <a:rPr lang="ko-KR" altLang="ko-KR" sz="1000">
                <a:solidFill>
                  <a:srgbClr val="00B1FF"/>
                </a:solidFill>
                <a:latin typeface="페이퍼로지 7 Bold" charset="0"/>
                <a:ea typeface="페이퍼로지 7 Bold" charset="0"/>
              </a:rPr>
              <a:t>MuLiN</a:t>
            </a:r>
            <a:r>
              <a:rPr lang="ko-KR" altLang="ko-KR" sz="1000">
                <a:solidFill>
                  <a:srgbClr val="00B1FF"/>
                </a:solidFill>
                <a:latin typeface="페이퍼로지 7 Bold" charset="0"/>
                <a:ea typeface="페이퍼로지 7 Bold" charset="0"/>
              </a:rPr>
              <a:t> </a:t>
            </a:r>
            <a:r>
              <a:rPr lang="ko-KR" altLang="ko-KR" sz="1000">
                <a:solidFill>
                  <a:srgbClr val="00B1FF"/>
                </a:solidFill>
                <a:latin typeface="페이퍼로지 7 Bold" charset="0"/>
                <a:ea typeface="페이퍼로지 7 Bold" charset="0"/>
              </a:rPr>
              <a:t>Creator</a:t>
            </a:r>
            <a:r>
              <a:rPr lang="ko-KR" altLang="ko-KR" sz="1000">
                <a:solidFill>
                  <a:srgbClr val="63FFB1"/>
                </a:solidFill>
                <a:latin typeface="페이퍼로지 7 Bold" charset="0"/>
                <a:ea typeface="페이퍼로지 7 Bold" charset="0"/>
              </a:rPr>
              <a:t>)                  &gt;                  Build(</a:t>
            </a:r>
            <a:r>
              <a:rPr lang="ko-KR" altLang="ko-KR" sz="1000">
                <a:solidFill>
                  <a:srgbClr val="00B1FF"/>
                </a:solidFill>
                <a:latin typeface="페이퍼로지 7 Bold" charset="0"/>
                <a:ea typeface="페이퍼로지 7 Bold" charset="0"/>
              </a:rPr>
              <a:t>.mdp</a:t>
            </a:r>
            <a:r>
              <a:rPr lang="ko-KR" altLang="ko-KR" sz="1000">
                <a:solidFill>
                  <a:srgbClr val="63FFB1"/>
                </a:solidFill>
                <a:latin typeface="페이퍼로지 7 Bold" charset="0"/>
                <a:ea typeface="페이퍼로지 7 Bold" charset="0"/>
              </a:rPr>
              <a:t>)                  &gt;             다운로드 &amp; 실행(</a:t>
            </a:r>
            <a:r>
              <a:rPr lang="ko-KR" altLang="ko-KR" sz="1000">
                <a:solidFill>
                  <a:srgbClr val="00B1FF"/>
                </a:solidFill>
                <a:latin typeface="페이퍼로지 7 Bold" charset="0"/>
                <a:ea typeface="페이퍼로지 7 Bold" charset="0"/>
              </a:rPr>
              <a:t>MuLiN Runtime</a:t>
            </a:r>
            <a:r>
              <a:rPr lang="ko-KR" altLang="ko-KR" sz="1000">
                <a:solidFill>
                  <a:srgbClr val="63FFB1"/>
                </a:solidFill>
                <a:latin typeface="페이퍼로지 7 Bold" charset="0"/>
                <a:ea typeface="페이퍼로지 7 Bold" charset="0"/>
              </a:rPr>
              <a:t>)</a:t>
            </a:r>
            <a:endParaRPr lang="ko-KR" altLang="en-US" sz="1000">
              <a:solidFill>
                <a:srgbClr val="63FFB1"/>
              </a:solidFill>
              <a:latin typeface="페이퍼로지 7 Bold" charset="0"/>
              <a:ea typeface="페이퍼로지 7 Bold" charset="0"/>
            </a:endParaRPr>
          </a:p>
        </p:txBody>
      </p:sp>
      <p:sp>
        <p:nvSpPr>
          <p:cNvPr id="25" name="Rect 0"/>
          <p:cNvSpPr>
            <a:spLocks/>
          </p:cNvSpPr>
          <p:nvPr/>
        </p:nvSpPr>
        <p:spPr>
          <a:xfrm rot="0">
            <a:off x="3485515" y="1797050"/>
            <a:ext cx="5220970" cy="374015"/>
          </a:xfrm>
          <a:prstGeom prst="rect"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 algn="ctr">
              <a:lnSpc>
                <a:spcPts val="2220"/>
              </a:lnSpc>
              <a:buFontTx/>
              <a:buNone/>
            </a:pPr>
            <a:r>
              <a:rPr lang="ko-KR" altLang="en-US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고객</a:t>
            </a:r>
            <a:r>
              <a:rPr lang="ko-KR" altLang="en-US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이 P</a:t>
            </a:r>
            <a:r>
              <a:rPr lang="ko-KR" altLang="en-US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LC 로직작</a:t>
            </a:r>
            <a:r>
              <a:rPr lang="ko-KR" altLang="en-US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성 후, E</a:t>
            </a:r>
            <a:r>
              <a:rPr lang="ko-KR" altLang="en-US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nd </a:t>
            </a:r>
            <a:r>
              <a:rPr lang="ko-KR" altLang="en-US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D</a:t>
            </a:r>
            <a:r>
              <a:rPr lang="ko-KR" altLang="en-US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evice실행까</a:t>
            </a:r>
            <a:r>
              <a:rPr lang="ko-KR" altLang="en-US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지의 진행 과정</a:t>
            </a:r>
            <a:r>
              <a:rPr lang="ko-KR" altLang="en-US" sz="16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.</a:t>
            </a:r>
            <a:endParaRPr lang="ko-KR" altLang="en-US" sz="1600">
              <a:solidFill>
                <a:srgbClr val="2F3645"/>
              </a:solidFill>
              <a:latin typeface="페이퍼로지 7 Bold" charset="0"/>
              <a:ea typeface="페이퍼로지 7 Bold" charset="0"/>
            </a:endParaRPr>
          </a:p>
        </p:txBody>
      </p:sp>
      <p:sp>
        <p:nvSpPr>
          <p:cNvPr id="26" name="Rect 0"/>
          <p:cNvSpPr txBox="1">
            <a:spLocks/>
          </p:cNvSpPr>
          <p:nvPr/>
        </p:nvSpPr>
        <p:spPr>
          <a:xfrm rot="0">
            <a:off x="4472940" y="1097280"/>
            <a:ext cx="3248025" cy="522605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 algn="ctr">
              <a:buFontTx/>
              <a:buNone/>
            </a:pPr>
            <a:r>
              <a:rPr lang="ko-KR" altLang="en-US" sz="28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M</a:t>
            </a:r>
            <a:r>
              <a:rPr lang="ko-KR" altLang="en-US" sz="28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uLiN </a:t>
            </a:r>
            <a:r>
              <a:rPr lang="ko-KR" altLang="en-US" sz="28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w</a:t>
            </a:r>
            <a:r>
              <a:rPr lang="ko-KR" altLang="en-US" sz="28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ork</a:t>
            </a:r>
            <a:r>
              <a:rPr lang="ko-KR" altLang="en-US" sz="28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f</a:t>
            </a:r>
            <a:r>
              <a:rPr lang="ko-KR" altLang="en-US" sz="2800">
                <a:solidFill>
                  <a:srgbClr val="2F3645"/>
                </a:solidFill>
                <a:latin typeface="페이퍼로지 7 Bold" charset="0"/>
                <a:ea typeface="페이퍼로지 7 Bold" charset="0"/>
              </a:rPr>
              <a:t>low</a:t>
            </a:r>
            <a:endParaRPr lang="ko-KR" altLang="en-US" sz="2800">
              <a:solidFill>
                <a:srgbClr val="2F3645"/>
              </a:solidFill>
              <a:latin typeface="페이퍼로지 7 Bold" charset="0"/>
              <a:ea typeface="페이퍼로지 7 Bold" charset="0"/>
            </a:endParaRPr>
          </a:p>
        </p:txBody>
      </p:sp>
      <p:sp>
        <p:nvSpPr>
          <p:cNvPr id="51" name="Rect 0"/>
          <p:cNvSpPr txBox="1">
            <a:spLocks/>
          </p:cNvSpPr>
          <p:nvPr/>
        </p:nvSpPr>
        <p:spPr>
          <a:xfrm rot="0">
            <a:off x="11747500" y="6520815"/>
            <a:ext cx="323215" cy="215900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 algn="r">
              <a:buFontTx/>
              <a:buNone/>
            </a:pPr>
            <a:r>
              <a:rPr lang="en-US" altLang="ko-KR" sz="800">
                <a:solidFill>
                  <a:srgbClr val="89909F"/>
                </a:solidFill>
                <a:latin typeface="페이퍼로지 6 SemiBold" charset="0"/>
                <a:ea typeface="페이퍼로지 6 SemiBold" charset="0"/>
              </a:rPr>
              <a:t>11</a:t>
            </a:r>
            <a:endParaRPr lang="ko-KR" altLang="en-US" sz="800">
              <a:solidFill>
                <a:srgbClr val="89909F"/>
              </a:solidFill>
              <a:latin typeface="페이퍼로지 6 SemiBold" charset="0"/>
              <a:ea typeface="페이퍼로지 6 SemiBold" charset="0"/>
            </a:endParaRPr>
          </a:p>
        </p:txBody>
      </p:sp>
      <p:pic>
        <p:nvPicPr>
          <p:cNvPr id="201" name="Picture 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6917" b="12775"/>
          <a:stretch>
            <a:fillRect/>
          </a:stretch>
        </p:blipFill>
        <p:spPr>
          <a:xfrm rot="0">
            <a:off x="3312160" y="3279140"/>
            <a:ext cx="2287270" cy="1149350"/>
          </a:xfrm>
          <a:prstGeom prst="rect"/>
          <a:noFill/>
        </p:spPr>
      </p:pic>
      <p:pic>
        <p:nvPicPr>
          <p:cNvPr id="199" name="Picture 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3" t="15257" r="36298"/>
          <a:stretch>
            <a:fillRect/>
          </a:stretch>
        </p:blipFill>
        <p:spPr>
          <a:xfrm rot="0">
            <a:off x="4010025" y="3684270"/>
            <a:ext cx="1105535" cy="481330"/>
          </a:xfrm>
          <a:prstGeom prst="rect"/>
          <a:noFill/>
          <a:ln>
            <a:noFill/>
            <a:prstDash/>
          </a:ln>
        </p:spPr>
      </p:pic>
      <p:pic>
        <p:nvPicPr>
          <p:cNvPr id="202" name="Picture 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142" t="7033" r="12503" b="9899"/>
          <a:stretch>
            <a:fillRect/>
          </a:stretch>
        </p:blipFill>
        <p:spPr>
          <a:xfrm rot="0">
            <a:off x="8733790" y="4471670"/>
            <a:ext cx="844550" cy="778510"/>
          </a:xfrm>
          <a:prstGeom prst="rect"/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</a:ln>
        </p:spPr>
      </p:pic>
      <p:pic>
        <p:nvPicPr>
          <p:cNvPr id="203" name="Picture 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3792855" y="4545965"/>
            <a:ext cx="1325245" cy="563245"/>
          </a:xfrm>
          <a:prstGeom prst="rect"/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</a:ln>
        </p:spPr>
      </p:pic>
      <p:sp>
        <p:nvSpPr>
          <p:cNvPr id="204" name="Rect 0"/>
          <p:cNvSpPr txBox="1">
            <a:spLocks/>
          </p:cNvSpPr>
          <p:nvPr/>
        </p:nvSpPr>
        <p:spPr>
          <a:xfrm>
            <a:off x="741680" y="5440045"/>
            <a:ext cx="2742565" cy="579755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>
              <a:lnSpc>
                <a:spcPts val="1280"/>
              </a:lnSpc>
              <a:buFontTx/>
              <a:buNone/>
            </a:pPr>
            <a:r>
              <a:rPr lang="ko-KR" altLang="en-US" sz="10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Q1. MuLi</a:t>
            </a:r>
            <a:r>
              <a:rPr lang="ko-KR" altLang="en-US" sz="10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N의 </a:t>
            </a:r>
            <a:r>
              <a:rPr lang="ko-KR" altLang="en-US" sz="10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테스트를 </a:t>
            </a:r>
            <a:r>
              <a:rPr lang="ko-KR" altLang="en-US" sz="10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관리할 수</a:t>
            </a:r>
            <a:r>
              <a:rPr lang="ko-KR" altLang="en-US" sz="10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 있을까?</a:t>
            </a:r>
            <a:endParaRPr lang="ko-KR" altLang="en-US" sz="1000">
              <a:solidFill>
                <a:srgbClr val="2F3645"/>
              </a:solidFill>
              <a:latin typeface="페이퍼로지 5 Medium" charset="0"/>
              <a:ea typeface="페이퍼로지 5 Medium" charset="0"/>
            </a:endParaRPr>
          </a:p>
          <a:p>
            <a:pPr marL="0" indent="0">
              <a:lnSpc>
                <a:spcPts val="1280"/>
              </a:lnSpc>
              <a:buFontTx/>
              <a:buNone/>
            </a:pPr>
            <a:endParaRPr lang="ko-KR" altLang="en-US" sz="1000">
              <a:solidFill>
                <a:srgbClr val="2F3645"/>
              </a:solidFill>
              <a:latin typeface="페이퍼로지 5 Medium" charset="0"/>
              <a:ea typeface="페이퍼로지 5 Medium" charset="0"/>
            </a:endParaRPr>
          </a:p>
          <a:p>
            <a:pPr marL="0" indent="0">
              <a:lnSpc>
                <a:spcPts val="1280"/>
              </a:lnSpc>
              <a:buFontTx/>
              <a:buNone/>
            </a:pPr>
            <a:r>
              <a:rPr lang="ko-KR" altLang="en-US" sz="10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 &gt; </a:t>
            </a:r>
            <a:r>
              <a:rPr lang="ko-KR" altLang="en-US" sz="10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A가 진행한 </a:t>
            </a:r>
            <a:r>
              <a:rPr lang="ko-KR" altLang="en-US" sz="10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테스트</a:t>
            </a:r>
            <a:r>
              <a:rPr lang="ko-KR" altLang="en-US" sz="10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를 </a:t>
            </a:r>
            <a:r>
              <a:rPr lang="ko-KR" altLang="en-US" sz="10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B</a:t>
            </a:r>
            <a:r>
              <a:rPr lang="ko-KR" altLang="en-US" sz="10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가 또 </a:t>
            </a:r>
            <a:r>
              <a:rPr lang="ko-KR" altLang="en-US" sz="10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하고</a:t>
            </a:r>
            <a:r>
              <a:rPr lang="ko-KR" altLang="en-US" sz="10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, </a:t>
            </a:r>
            <a:r>
              <a:rPr lang="ko-KR" altLang="en-US" sz="10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C</a:t>
            </a:r>
            <a:r>
              <a:rPr lang="ko-KR" altLang="en-US" sz="10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가 </a:t>
            </a:r>
            <a:r>
              <a:rPr lang="ko-KR" altLang="en-US" sz="10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또</a:t>
            </a:r>
            <a:r>
              <a:rPr lang="ko-KR" altLang="en-US" sz="10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 </a:t>
            </a:r>
            <a:r>
              <a:rPr lang="ko-KR" altLang="en-US" sz="10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하</a:t>
            </a:r>
            <a:r>
              <a:rPr lang="ko-KR" altLang="en-US" sz="10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고.</a:t>
            </a:r>
            <a:r>
              <a:rPr lang="ko-KR" altLang="en-US" sz="10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..</a:t>
            </a:r>
            <a:endParaRPr lang="ko-KR" altLang="en-US" sz="1000">
              <a:solidFill>
                <a:srgbClr val="2F3645"/>
              </a:solidFill>
              <a:latin typeface="페이퍼로지 5 Medium" charset="0"/>
              <a:ea typeface="페이퍼로지 5 Medium" charset="0"/>
            </a:endParaRPr>
          </a:p>
        </p:txBody>
      </p:sp>
      <p:sp>
        <p:nvSpPr>
          <p:cNvPr id="205" name="Rect 0"/>
          <p:cNvSpPr>
            <a:spLocks/>
          </p:cNvSpPr>
          <p:nvPr/>
        </p:nvSpPr>
        <p:spPr>
          <a:xfrm rot="10800000">
            <a:off x="4387215" y="5392420"/>
            <a:ext cx="3335655" cy="721995"/>
          </a:xfrm>
          <a:prstGeom prst="rect"/>
          <a:solidFill>
            <a:schemeClr val="bg1"/>
          </a:solidFill>
          <a:ln w="6350" cap="flat" cmpd="sng">
            <a:solidFill>
              <a:srgbClr val="2F3645">
                <a:alpha val="100000"/>
              </a:srgbClr>
            </a:solidFill>
            <a:prstDash val="solid"/>
          </a:ln>
          <a:effectLst>
            <a:outerShdw sx="100000" sy="100000" blurRad="63500" dist="38100" dir="2700000" rotWithShape="0" algn="tl">
              <a:srgbClr val="89909F">
                <a:alpha val="9019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206" name="Rect 0"/>
          <p:cNvSpPr txBox="1">
            <a:spLocks/>
          </p:cNvSpPr>
          <p:nvPr/>
        </p:nvSpPr>
        <p:spPr>
          <a:xfrm rot="0">
            <a:off x="4401820" y="5438775"/>
            <a:ext cx="3311525" cy="579755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>
              <a:lnSpc>
                <a:spcPts val="1280"/>
              </a:lnSpc>
              <a:buFontTx/>
              <a:buNone/>
            </a:pPr>
            <a:r>
              <a:rPr lang="ko-KR" altLang="en-US" sz="10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Q2. 기능 수정 후 사이드 이펙트 발생여부를 검증할 수 있을까?</a:t>
            </a:r>
            <a:endParaRPr lang="ko-KR" altLang="en-US" sz="1000">
              <a:solidFill>
                <a:srgbClr val="2F3645"/>
              </a:solidFill>
              <a:latin typeface="페이퍼로지 5 Medium" charset="0"/>
              <a:ea typeface="페이퍼로지 5 Medium" charset="0"/>
            </a:endParaRPr>
          </a:p>
          <a:p>
            <a:pPr marL="0" indent="0">
              <a:lnSpc>
                <a:spcPts val="1280"/>
              </a:lnSpc>
              <a:buFontTx/>
              <a:buNone/>
            </a:pPr>
            <a:endParaRPr lang="ko-KR" altLang="en-US" sz="1000">
              <a:solidFill>
                <a:srgbClr val="2F3645"/>
              </a:solidFill>
              <a:latin typeface="페이퍼로지 5 Medium" charset="0"/>
              <a:ea typeface="페이퍼로지 5 Medium" charset="0"/>
            </a:endParaRPr>
          </a:p>
          <a:p>
            <a:pPr marL="0" indent="0">
              <a:lnSpc>
                <a:spcPts val="1280"/>
              </a:lnSpc>
              <a:buFontTx/>
              <a:buNone/>
            </a:pPr>
            <a:r>
              <a:rPr lang="ko-KR" altLang="en-US" sz="10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 &gt; </a:t>
            </a:r>
            <a:r>
              <a:rPr lang="ko-KR" altLang="en-US" sz="10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리팩토링 </a:t>
            </a:r>
            <a:r>
              <a:rPr lang="ko-KR" altLang="en-US" sz="10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이</a:t>
            </a:r>
            <a:r>
              <a:rPr lang="ko-KR" altLang="en-US" sz="10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후,</a:t>
            </a:r>
            <a:r>
              <a:rPr lang="ko-KR" altLang="en-US" sz="10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 잘되</a:t>
            </a:r>
            <a:r>
              <a:rPr lang="ko-KR" altLang="en-US" sz="10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던 </a:t>
            </a:r>
            <a:r>
              <a:rPr lang="ko-KR" altLang="en-US" sz="10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기능</a:t>
            </a:r>
            <a:r>
              <a:rPr lang="ko-KR" altLang="en-US" sz="10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이 동작하지 </a:t>
            </a:r>
            <a:r>
              <a:rPr lang="ko-KR" altLang="en-US" sz="10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않</a:t>
            </a:r>
            <a:r>
              <a:rPr lang="ko-KR" altLang="en-US" sz="10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음.</a:t>
            </a:r>
            <a:endParaRPr lang="ko-KR" altLang="en-US" sz="1000">
              <a:solidFill>
                <a:srgbClr val="2F3645"/>
              </a:solidFill>
              <a:latin typeface="페이퍼로지 5 Medium" charset="0"/>
              <a:ea typeface="페이퍼로지 5 Medium" charset="0"/>
            </a:endParaRPr>
          </a:p>
        </p:txBody>
      </p:sp>
      <p:pic>
        <p:nvPicPr>
          <p:cNvPr id="207" name="Picture 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8726805" y="3317240"/>
            <a:ext cx="850900" cy="704215"/>
          </a:xfrm>
          <a:prstGeom prst="rect"/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</a:ln>
        </p:spPr>
      </p:pic>
      <p:pic>
        <p:nvPicPr>
          <p:cNvPr id="208" name="Picture "/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9693910" y="3919855"/>
            <a:ext cx="853440" cy="741045"/>
          </a:xfrm>
          <a:prstGeom prst="rect"/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</a:ln>
        </p:spPr>
      </p:pic>
      <p:sp>
        <p:nvSpPr>
          <p:cNvPr id="209" name="Rect 0"/>
          <p:cNvSpPr txBox="1">
            <a:spLocks/>
          </p:cNvSpPr>
          <p:nvPr/>
        </p:nvSpPr>
        <p:spPr>
          <a:xfrm rot="0">
            <a:off x="9655810" y="4848860"/>
            <a:ext cx="579120" cy="255270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>
              <a:lnSpc>
                <a:spcPts val="1280"/>
              </a:lnSpc>
              <a:buFontTx/>
              <a:buNone/>
            </a:pPr>
            <a:r>
              <a:rPr lang="ko-KR" altLang="en-US" sz="9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* Linux</a:t>
            </a:r>
            <a:endParaRPr lang="ko-KR" altLang="en-US" sz="900">
              <a:solidFill>
                <a:srgbClr val="2F3645"/>
              </a:solidFill>
              <a:latin typeface="페이퍼로지 5 Medium" charset="0"/>
              <a:ea typeface="페이퍼로지 5 Medium" charset="0"/>
            </a:endParaRPr>
          </a:p>
        </p:txBody>
      </p:sp>
      <p:sp>
        <p:nvSpPr>
          <p:cNvPr id="210" name="Rect 0"/>
          <p:cNvSpPr txBox="1">
            <a:spLocks/>
          </p:cNvSpPr>
          <p:nvPr/>
        </p:nvSpPr>
        <p:spPr>
          <a:xfrm rot="0">
            <a:off x="8760460" y="4138930"/>
            <a:ext cx="819150" cy="255270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>
              <a:lnSpc>
                <a:spcPts val="1280"/>
              </a:lnSpc>
              <a:buFontTx/>
              <a:buNone/>
            </a:pPr>
            <a:r>
              <a:rPr lang="ko-KR" altLang="en-US" sz="9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* Windows</a:t>
            </a:r>
            <a:endParaRPr lang="ko-KR" altLang="en-US" sz="900">
              <a:solidFill>
                <a:srgbClr val="2F3645"/>
              </a:solidFill>
              <a:latin typeface="페이퍼로지 5 Medium" charset="0"/>
              <a:ea typeface="페이퍼로지 5 Medium" charset="0"/>
            </a:endParaRPr>
          </a:p>
        </p:txBody>
      </p:sp>
      <p:sp>
        <p:nvSpPr>
          <p:cNvPr id="211" name="Rect 0"/>
          <p:cNvSpPr txBox="1">
            <a:spLocks/>
          </p:cNvSpPr>
          <p:nvPr/>
        </p:nvSpPr>
        <p:spPr>
          <a:xfrm rot="0">
            <a:off x="9652635" y="3466465"/>
            <a:ext cx="506095" cy="255270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>
              <a:lnSpc>
                <a:spcPts val="1280"/>
              </a:lnSpc>
              <a:buFontTx/>
              <a:buNone/>
            </a:pPr>
            <a:r>
              <a:rPr lang="ko-KR" altLang="en-US" sz="9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* TOP</a:t>
            </a:r>
            <a:endParaRPr lang="ko-KR" altLang="en-US" sz="900">
              <a:solidFill>
                <a:srgbClr val="2F3645"/>
              </a:solidFill>
              <a:latin typeface="페이퍼로지 5 Medium" charset="0"/>
              <a:ea typeface="페이퍼로지 5 Medium" charset="0"/>
            </a:endParaRPr>
          </a:p>
        </p:txBody>
      </p:sp>
      <p:sp>
        <p:nvSpPr>
          <p:cNvPr id="212" name="Rect 0"/>
          <p:cNvSpPr>
            <a:spLocks/>
          </p:cNvSpPr>
          <p:nvPr/>
        </p:nvSpPr>
        <p:spPr>
          <a:xfrm rot="10800000">
            <a:off x="8176895" y="5392420"/>
            <a:ext cx="3187700" cy="721360"/>
          </a:xfrm>
          <a:prstGeom prst="rect"/>
          <a:solidFill>
            <a:schemeClr val="bg1"/>
          </a:solidFill>
          <a:ln w="6350" cap="flat" cmpd="sng">
            <a:solidFill>
              <a:srgbClr val="2F3645">
                <a:alpha val="100000"/>
              </a:srgbClr>
            </a:solidFill>
            <a:prstDash val="solid"/>
          </a:ln>
          <a:effectLst>
            <a:outerShdw sx="100000" sy="100000" blurRad="63500" dist="38100" dir="2700000" rotWithShape="0" algn="tl">
              <a:srgbClr val="89909F">
                <a:alpha val="9411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213" name="Rect 0"/>
          <p:cNvSpPr txBox="1">
            <a:spLocks/>
          </p:cNvSpPr>
          <p:nvPr/>
        </p:nvSpPr>
        <p:spPr>
          <a:xfrm>
            <a:off x="8228330" y="5438775"/>
            <a:ext cx="2824480" cy="579755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>
              <a:lnSpc>
                <a:spcPts val="1280"/>
              </a:lnSpc>
              <a:buFontTx/>
              <a:buNone/>
            </a:pPr>
            <a:r>
              <a:rPr lang="ko-KR" altLang="en-US" sz="10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Q3. Build 또는 실행단계를 한단계라도 자동화 가능할까?</a:t>
            </a:r>
            <a:endParaRPr lang="ko-KR" altLang="en-US" sz="1000">
              <a:solidFill>
                <a:srgbClr val="2F3645"/>
              </a:solidFill>
              <a:latin typeface="페이퍼로지 5 Medium" charset="0"/>
              <a:ea typeface="페이퍼로지 5 Medium" charset="0"/>
            </a:endParaRPr>
          </a:p>
          <a:p>
            <a:pPr marL="0" indent="0">
              <a:lnSpc>
                <a:spcPts val="1280"/>
              </a:lnSpc>
              <a:buFontTx/>
              <a:buNone/>
            </a:pPr>
            <a:endParaRPr lang="ko-KR" altLang="en-US" sz="1000">
              <a:solidFill>
                <a:srgbClr val="2F3645"/>
              </a:solidFill>
              <a:latin typeface="페이퍼로지 5 Medium" charset="0"/>
              <a:ea typeface="페이퍼로지 5 Medium" charset="0"/>
            </a:endParaRPr>
          </a:p>
          <a:p>
            <a:pPr marL="0" indent="0">
              <a:lnSpc>
                <a:spcPts val="1280"/>
              </a:lnSpc>
              <a:buFontTx/>
              <a:buNone/>
            </a:pPr>
            <a:r>
              <a:rPr lang="ko-KR" altLang="en-US" sz="1000">
                <a:solidFill>
                  <a:srgbClr val="2F3645"/>
                </a:solidFill>
                <a:latin typeface="페이퍼로지 5 Medium" charset="0"/>
                <a:ea typeface="페이퍼로지 5 Medium" charset="0"/>
              </a:rPr>
              <a:t> &gt; </a:t>
            </a:r>
            <a:endParaRPr lang="ko-KR" altLang="en-US" sz="1000">
              <a:solidFill>
                <a:srgbClr val="2F3645"/>
              </a:solidFill>
              <a:latin typeface="페이퍼로지 5 Medium" charset="0"/>
              <a:ea typeface="페이퍼로지 5 Medium" charset="0"/>
            </a:endParaRPr>
          </a:p>
        </p:txBody>
      </p:sp>
      <p:pic>
        <p:nvPicPr>
          <p:cNvPr id="214" name="Picture 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483995" y="3457575"/>
            <a:ext cx="1438910" cy="1410335"/>
          </a:xfrm>
          <a:prstGeom prst="rect"/>
          <a:noFill/>
        </p:spPr>
      </p:pic>
      <p:pic>
        <p:nvPicPr>
          <p:cNvPr id="215" name="그림 43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263005" y="3918585"/>
            <a:ext cx="1096010" cy="505460"/>
          </a:xfrm>
          <a:prstGeom prst="rect"/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 0"/>
          <p:cNvSpPr txBox="1">
            <a:spLocks/>
          </p:cNvSpPr>
          <p:nvPr/>
        </p:nvSpPr>
        <p:spPr>
          <a:xfrm rot="0">
            <a:off x="280670" y="420370"/>
            <a:ext cx="962660" cy="277495"/>
          </a:xfrm>
          <a:prstGeom prst="rect"/>
          <a:noFill/>
        </p:spPr>
        <p:txBody>
          <a:bodyPr wrap="none" lIns="91440" tIns="45720" rIns="91440" bIns="45720" vert="horz" anchor="t">
            <a:spAutoFit/>
          </a:bodyPr>
          <a:lstStyle/>
          <a:p>
            <a:pPr marL="0" indent="0" rtl="0" algn="l" defTabSz="914400" eaLnBrk="1" latinLnBrk="1" hangingPunct="1">
              <a:buFontTx/>
              <a:buNone/>
            </a:pPr>
            <a:r>
              <a:rPr sz="1200">
                <a:solidFill>
                  <a:srgbClr val="00B1FF"/>
                </a:solidFill>
                <a:latin typeface="페이퍼로지 7 Bold" charset="0"/>
                <a:ea typeface="페이퍼로지 7 Bold" charset="0"/>
                <a:sym typeface="맑은 고딕" charset="0"/>
              </a:rPr>
              <a:t>01 </a:t>
            </a:r>
            <a:r>
              <a:rPr sz="1200">
                <a:solidFill>
                  <a:srgbClr val="111827"/>
                </a:solidFill>
                <a:latin typeface="페이퍼로지 7 Bold" charset="0"/>
                <a:ea typeface="페이퍼로지 7 Bold" charset="0"/>
                <a:sym typeface="맑은 고딕" charset="0"/>
              </a:rPr>
              <a:t>사업소개</a:t>
            </a:r>
            <a:endParaRPr lang="ko-KR" altLang="en-US" sz="1200">
              <a:solidFill>
                <a:srgbClr val="111827"/>
              </a:solidFill>
              <a:latin typeface="페이퍼로지 7 Bold" charset="0"/>
              <a:ea typeface="페이퍼로지 7 Bold" charset="0"/>
              <a:sym typeface="맑은 고딕" charset="0"/>
            </a:endParaRPr>
          </a:p>
        </p:txBody>
      </p:sp>
      <p:sp>
        <p:nvSpPr>
          <p:cNvPr id="25" name="Rect 0"/>
          <p:cNvSpPr>
            <a:spLocks/>
          </p:cNvSpPr>
          <p:nvPr/>
        </p:nvSpPr>
        <p:spPr>
          <a:xfrm rot="0">
            <a:off x="3118485" y="1670050"/>
            <a:ext cx="5954395" cy="37401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  <a:sym typeface="맑은 고딕" charset="0"/>
              </a:rPr>
              <a:t>G</a:t>
            </a: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  <a:sym typeface="맑은 고딕" charset="0"/>
              </a:rPr>
              <a:t>it Commit</a:t>
            </a: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  <a:sym typeface="맑은 고딕" charset="0"/>
              </a:rPr>
              <a:t> </a:t>
            </a: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  <a:sym typeface="맑은 고딕" charset="0"/>
              </a:rPr>
              <a:t>/</a:t>
            </a: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  <a:sym typeface="맑은 고딕" charset="0"/>
              </a:rPr>
              <a:t> </a:t>
            </a: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  <a:sym typeface="맑은 고딕" charset="0"/>
              </a:rPr>
              <a:t>Installer </a:t>
            </a: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  <a:sym typeface="맑은 고딕" charset="0"/>
              </a:rPr>
              <a:t>배포 시 매번 </a:t>
            </a: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  <a:sym typeface="맑은 고딕" charset="0"/>
              </a:rPr>
              <a:t>실행해</a:t>
            </a: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  <a:sym typeface="맑은 고딕" charset="0"/>
              </a:rPr>
              <a:t>야 할 </a:t>
            </a: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  <a:sym typeface="맑은 고딕" charset="0"/>
              </a:rPr>
              <a:t>최소한</a:t>
            </a:r>
            <a:r>
              <a:rPr lang="ko-KR" sz="1600">
                <a:solidFill>
                  <a:srgbClr val="2F3645"/>
                </a:solidFill>
                <a:latin typeface="페이퍼로지 7 Bold" charset="0"/>
                <a:ea typeface="페이퍼로지 7 Bold" charset="0"/>
                <a:sym typeface="맑은 고딕" charset="0"/>
              </a:rPr>
              <a:t>의 시나리오</a:t>
            </a:r>
            <a:endParaRPr lang="ko-KR" altLang="en-US" sz="1600">
              <a:solidFill>
                <a:srgbClr val="2F3645"/>
              </a:solidFill>
              <a:latin typeface="페이퍼로지 7 Bold" charset="0"/>
              <a:ea typeface="페이퍼로지 7 Bold" charset="0"/>
              <a:sym typeface="맑은 고딕" charset="0"/>
            </a:endParaRPr>
          </a:p>
        </p:txBody>
      </p:sp>
      <p:sp>
        <p:nvSpPr>
          <p:cNvPr id="26" name="Rect 0"/>
          <p:cNvSpPr txBox="1">
            <a:spLocks/>
          </p:cNvSpPr>
          <p:nvPr/>
        </p:nvSpPr>
        <p:spPr>
          <a:xfrm rot="0">
            <a:off x="4679950" y="1097280"/>
            <a:ext cx="2831465" cy="522605"/>
          </a:xfrm>
          <a:prstGeom prst="rect"/>
          <a:noFill/>
        </p:spPr>
        <p:txBody>
          <a:bodyPr wrap="none" lIns="91440" tIns="45720" rIns="91440" bIns="45720" vert="horz" anchor="t">
            <a:sp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sz="2800">
                <a:solidFill>
                  <a:srgbClr val="2F3645"/>
                </a:solidFill>
                <a:latin typeface="페이퍼로지 7 Bold" charset="0"/>
                <a:ea typeface="페이퍼로지 7 Bold" charset="0"/>
                <a:sym typeface="맑은 고딕" charset="0"/>
              </a:rPr>
              <a:t>T</a:t>
            </a:r>
            <a:r>
              <a:rPr sz="2800">
                <a:solidFill>
                  <a:srgbClr val="2F3645"/>
                </a:solidFill>
                <a:latin typeface="페이퍼로지 7 Bold" charset="0"/>
                <a:ea typeface="페이퍼로지 7 Bold" charset="0"/>
                <a:sym typeface="맑은 고딕" charset="0"/>
              </a:rPr>
              <a:t>est Sc</a:t>
            </a:r>
            <a:r>
              <a:rPr lang="ko-KR" sz="2800">
                <a:solidFill>
                  <a:srgbClr val="2F3645"/>
                </a:solidFill>
                <a:latin typeface="페이퍼로지 7 Bold" charset="0"/>
                <a:ea typeface="페이퍼로지 7 Bold" charset="0"/>
                <a:sym typeface="맑은 고딕" charset="0"/>
              </a:rPr>
              <a:t>e</a:t>
            </a:r>
            <a:r>
              <a:rPr sz="2800">
                <a:solidFill>
                  <a:srgbClr val="2F3645"/>
                </a:solidFill>
                <a:latin typeface="페이퍼로지 7 Bold" charset="0"/>
                <a:ea typeface="페이퍼로지 7 Bold" charset="0"/>
                <a:sym typeface="맑은 고딕" charset="0"/>
              </a:rPr>
              <a:t>n</a:t>
            </a:r>
            <a:r>
              <a:rPr lang="ko-KR" sz="2800">
                <a:solidFill>
                  <a:srgbClr val="2F3645"/>
                </a:solidFill>
                <a:latin typeface="페이퍼로지 7 Bold" charset="0"/>
                <a:ea typeface="페이퍼로지 7 Bold" charset="0"/>
                <a:sym typeface="맑은 고딕" charset="0"/>
              </a:rPr>
              <a:t>a</a:t>
            </a:r>
            <a:r>
              <a:rPr lang="ko-KR" sz="2800">
                <a:solidFill>
                  <a:srgbClr val="2F3645"/>
                </a:solidFill>
                <a:latin typeface="페이퍼로지 7 Bold" charset="0"/>
                <a:ea typeface="페이퍼로지 7 Bold" charset="0"/>
                <a:sym typeface="맑은 고딕" charset="0"/>
              </a:rPr>
              <a:t>rio</a:t>
            </a:r>
            <a:r>
              <a:rPr lang="ko-KR" sz="2800">
                <a:solidFill>
                  <a:srgbClr val="2F3645"/>
                </a:solidFill>
                <a:latin typeface="페이퍼로지 7 Bold" charset="0"/>
                <a:ea typeface="페이퍼로지 7 Bold" charset="0"/>
                <a:sym typeface="맑은 고딕" charset="0"/>
              </a:rPr>
              <a:t>s</a:t>
            </a:r>
            <a:endParaRPr lang="ko-KR" altLang="en-US" sz="2800">
              <a:solidFill>
                <a:srgbClr val="2F3645"/>
              </a:solidFill>
              <a:latin typeface="페이퍼로지 7 Bold" charset="0"/>
              <a:ea typeface="페이퍼로지 7 Bold" charset="0"/>
              <a:sym typeface="맑은 고딕" charset="0"/>
            </a:endParaRPr>
          </a:p>
        </p:txBody>
      </p:sp>
      <p:sp>
        <p:nvSpPr>
          <p:cNvPr id="68" name="Rect 0"/>
          <p:cNvSpPr txBox="1">
            <a:spLocks/>
          </p:cNvSpPr>
          <p:nvPr/>
        </p:nvSpPr>
        <p:spPr>
          <a:xfrm rot="0">
            <a:off x="11747500" y="6520815"/>
            <a:ext cx="323215" cy="215900"/>
          </a:xfrm>
          <a:prstGeom prst="rect"/>
          <a:noFill/>
        </p:spPr>
        <p:txBody>
          <a:bodyPr wrap="none" lIns="91440" tIns="45720" rIns="91440" bIns="45720" vert="horz" anchor="t">
            <a:spAutoFit/>
          </a:bodyPr>
          <a:lstStyle/>
          <a:p>
            <a:pPr marL="0" indent="0" rtl="0" algn="r" defTabSz="914400" eaLnBrk="1" latinLnBrk="1" hangingPunct="1">
              <a:buFontTx/>
              <a:buNone/>
            </a:pPr>
            <a:r>
              <a:rPr sz="800">
                <a:solidFill>
                  <a:srgbClr val="89909F"/>
                </a:solidFill>
                <a:latin typeface="페이퍼로지 6 SemiBold" charset="0"/>
                <a:ea typeface="페이퍼로지 6 SemiBold" charset="0"/>
                <a:sym typeface="맑은 고딕" charset="0"/>
              </a:rPr>
              <a:t>09</a:t>
            </a:r>
            <a:endParaRPr lang="ko-KR" altLang="en-US" sz="800">
              <a:solidFill>
                <a:srgbClr val="89909F"/>
              </a:solidFill>
              <a:latin typeface="페이퍼로지 6 SemiBold" charset="0"/>
              <a:ea typeface="페이퍼로지 6 SemiBold" charset="0"/>
              <a:sym typeface="맑은 고딕" charset="0"/>
            </a:endParaRPr>
          </a:p>
        </p:txBody>
      </p:sp>
      <p:sp>
        <p:nvSpPr>
          <p:cNvPr id="69" name="도형 14"/>
          <p:cNvSpPr>
            <a:spLocks/>
          </p:cNvSpPr>
          <p:nvPr/>
        </p:nvSpPr>
        <p:spPr>
          <a:xfrm rot="10800000">
            <a:off x="767715" y="2493010"/>
            <a:ext cx="3241040" cy="2880995"/>
          </a:xfrm>
          <a:prstGeom prst="rect"/>
          <a:solidFill>
            <a:srgbClr val="1B2231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70" name="도형 15"/>
          <p:cNvSpPr>
            <a:spLocks/>
          </p:cNvSpPr>
          <p:nvPr/>
        </p:nvSpPr>
        <p:spPr>
          <a:xfrm rot="10800000">
            <a:off x="767715" y="2490470"/>
            <a:ext cx="3241040" cy="289560"/>
          </a:xfrm>
          <a:prstGeom prst="rect"/>
          <a:solidFill>
            <a:srgbClr val="111827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71" name="텍스트 상자 16"/>
          <p:cNvSpPr txBox="1">
            <a:spLocks/>
          </p:cNvSpPr>
          <p:nvPr/>
        </p:nvSpPr>
        <p:spPr>
          <a:xfrm rot="0">
            <a:off x="1666875" y="2511425"/>
            <a:ext cx="1443990" cy="338455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lang="ko-KR" sz="1600">
                <a:solidFill>
                  <a:srgbClr val="63FFB1"/>
                </a:solidFill>
                <a:latin typeface="페이퍼로지 6 SemiBold" charset="0"/>
                <a:ea typeface="페이퍼로지 6 SemiBold" charset="0"/>
              </a:rPr>
              <a:t>1</a:t>
            </a:r>
            <a:r>
              <a:rPr lang="ko-KR" sz="1600">
                <a:solidFill>
                  <a:srgbClr val="63FFB1"/>
                </a:solidFill>
                <a:latin typeface="페이퍼로지 6 SemiBold" charset="0"/>
                <a:ea typeface="페이퍼로지 6 SemiBold" charset="0"/>
              </a:rPr>
              <a:t>.</a:t>
            </a:r>
            <a:r>
              <a:rPr lang="ko-KR" sz="1600">
                <a:solidFill>
                  <a:srgbClr val="63FFB1"/>
                </a:solidFill>
                <a:latin typeface="페이퍼로지 6 SemiBold" charset="0"/>
                <a:ea typeface="페이퍼로지 6 SemiBold" charset="0"/>
              </a:rPr>
              <a:t>Build Test </a:t>
            </a:r>
            <a:endParaRPr lang="ko-KR" altLang="en-US" sz="1600">
              <a:solidFill>
                <a:srgbClr val="63FFB1"/>
              </a:solidFill>
              <a:latin typeface="페이퍼로지 6 SemiBold" charset="0"/>
              <a:ea typeface="페이퍼로지 6 SemiBold" charset="0"/>
            </a:endParaRPr>
          </a:p>
        </p:txBody>
      </p:sp>
      <p:sp>
        <p:nvSpPr>
          <p:cNvPr id="72" name="도형 17"/>
          <p:cNvSpPr>
            <a:spLocks/>
          </p:cNvSpPr>
          <p:nvPr/>
        </p:nvSpPr>
        <p:spPr>
          <a:xfrm rot="10800000">
            <a:off x="758190" y="2492375"/>
            <a:ext cx="3241040" cy="2880995"/>
          </a:xfrm>
          <a:prstGeom prst="rect"/>
          <a:noFill/>
          <a:ln w="6350" cap="flat" cmpd="sng">
            <a:gradFill rotWithShape="1">
              <a:gsLst>
                <a:gs pos="0">
                  <a:srgbClr val="00B1FF"/>
                </a:gs>
                <a:gs pos="100000">
                  <a:srgbClr val="63FFB1"/>
                </a:gs>
              </a:gsLst>
              <a:lin ang="5400000"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73" name="도형 18"/>
          <p:cNvSpPr>
            <a:spLocks/>
          </p:cNvSpPr>
          <p:nvPr/>
        </p:nvSpPr>
        <p:spPr>
          <a:xfrm rot="10800000">
            <a:off x="4487545" y="2492375"/>
            <a:ext cx="3241040" cy="2880995"/>
          </a:xfrm>
          <a:prstGeom prst="rect"/>
          <a:solidFill>
            <a:srgbClr val="1B2231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74" name="도형 19"/>
          <p:cNvSpPr>
            <a:spLocks/>
          </p:cNvSpPr>
          <p:nvPr/>
        </p:nvSpPr>
        <p:spPr>
          <a:xfrm rot="10800000">
            <a:off x="4487545" y="2489835"/>
            <a:ext cx="3241040" cy="289560"/>
          </a:xfrm>
          <a:prstGeom prst="rect"/>
          <a:solidFill>
            <a:srgbClr val="111827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75" name="텍스트 상자 20"/>
          <p:cNvSpPr txBox="1">
            <a:spLocks/>
          </p:cNvSpPr>
          <p:nvPr/>
        </p:nvSpPr>
        <p:spPr>
          <a:xfrm rot="0">
            <a:off x="5269230" y="2510790"/>
            <a:ext cx="1678305" cy="338455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lang="ko-KR" sz="1600">
                <a:solidFill>
                  <a:srgbClr val="63FFB1"/>
                </a:solidFill>
                <a:latin typeface="페이퍼로지 6 SemiBold" charset="0"/>
                <a:ea typeface="페이퍼로지 6 SemiBold" charset="0"/>
              </a:rPr>
              <a:t>2</a:t>
            </a:r>
            <a:r>
              <a:rPr lang="ko-KR" sz="1600">
                <a:solidFill>
                  <a:srgbClr val="63FFB1"/>
                </a:solidFill>
                <a:latin typeface="페이퍼로지 6 SemiBold" charset="0"/>
                <a:ea typeface="페이퍼로지 6 SemiBold" charset="0"/>
              </a:rPr>
              <a:t>. G</a:t>
            </a:r>
            <a:r>
              <a:rPr lang="ko-KR" sz="1600">
                <a:solidFill>
                  <a:srgbClr val="63FFB1"/>
                </a:solidFill>
                <a:latin typeface="페이퍼로지 6 SemiBold" charset="0"/>
                <a:ea typeface="페이퍼로지 6 SemiBold" charset="0"/>
              </a:rPr>
              <a:t>U</a:t>
            </a:r>
            <a:r>
              <a:rPr lang="ko-KR" sz="1600">
                <a:solidFill>
                  <a:srgbClr val="63FFB1"/>
                </a:solidFill>
                <a:latin typeface="페이퍼로지 6 SemiBold" charset="0"/>
                <a:ea typeface="페이퍼로지 6 SemiBold" charset="0"/>
              </a:rPr>
              <a:t>I </a:t>
            </a:r>
            <a:r>
              <a:rPr lang="ko-KR" sz="1600">
                <a:solidFill>
                  <a:srgbClr val="63FFB1"/>
                </a:solidFill>
                <a:latin typeface="페이퍼로지 6 SemiBold" charset="0"/>
                <a:ea typeface="페이퍼로지 6 SemiBold" charset="0"/>
              </a:rPr>
              <a:t>동작 T</a:t>
            </a:r>
            <a:r>
              <a:rPr lang="ko-KR" sz="1600">
                <a:solidFill>
                  <a:srgbClr val="63FFB1"/>
                </a:solidFill>
                <a:latin typeface="페이퍼로지 6 SemiBold" charset="0"/>
                <a:ea typeface="페이퍼로지 6 SemiBold" charset="0"/>
              </a:rPr>
              <a:t>est</a:t>
            </a:r>
            <a:endParaRPr lang="ko-KR" altLang="en-US" sz="1600">
              <a:solidFill>
                <a:srgbClr val="63FFB1"/>
              </a:solidFill>
              <a:latin typeface="페이퍼로지 6 SemiBold" charset="0"/>
              <a:ea typeface="페이퍼로지 6 SemiBold" charset="0"/>
            </a:endParaRPr>
          </a:p>
        </p:txBody>
      </p:sp>
      <p:sp>
        <p:nvSpPr>
          <p:cNvPr id="76" name="도형 21"/>
          <p:cNvSpPr>
            <a:spLocks/>
          </p:cNvSpPr>
          <p:nvPr/>
        </p:nvSpPr>
        <p:spPr>
          <a:xfrm rot="10800000">
            <a:off x="4478020" y="2491740"/>
            <a:ext cx="3241040" cy="2880995"/>
          </a:xfrm>
          <a:prstGeom prst="rect"/>
          <a:noFill/>
          <a:ln w="6350" cap="flat" cmpd="sng">
            <a:gradFill rotWithShape="1">
              <a:gsLst>
                <a:gs pos="0">
                  <a:srgbClr val="00B1FF"/>
                </a:gs>
                <a:gs pos="100000">
                  <a:srgbClr val="63FFB1"/>
                </a:gs>
              </a:gsLst>
              <a:lin ang="5400000"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77" name="도형 22"/>
          <p:cNvSpPr>
            <a:spLocks/>
          </p:cNvSpPr>
          <p:nvPr/>
        </p:nvSpPr>
        <p:spPr>
          <a:xfrm rot="10800000">
            <a:off x="8216900" y="2491740"/>
            <a:ext cx="3241040" cy="2880995"/>
          </a:xfrm>
          <a:prstGeom prst="rect"/>
          <a:solidFill>
            <a:srgbClr val="1B2231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78" name="도형 23"/>
          <p:cNvSpPr>
            <a:spLocks/>
          </p:cNvSpPr>
          <p:nvPr/>
        </p:nvSpPr>
        <p:spPr>
          <a:xfrm rot="10800000">
            <a:off x="8216900" y="2489200"/>
            <a:ext cx="3241040" cy="289560"/>
          </a:xfrm>
          <a:prstGeom prst="rect"/>
          <a:solidFill>
            <a:srgbClr val="111827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79" name="텍스트 상자 24"/>
          <p:cNvSpPr txBox="1">
            <a:spLocks/>
          </p:cNvSpPr>
          <p:nvPr/>
        </p:nvSpPr>
        <p:spPr>
          <a:xfrm rot="0">
            <a:off x="8541385" y="2510155"/>
            <a:ext cx="2592705" cy="338455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lang="ko-KR" sz="1600">
                <a:solidFill>
                  <a:srgbClr val="63FFB1"/>
                </a:solidFill>
                <a:latin typeface="페이퍼로지 6 SemiBold" charset="0"/>
                <a:ea typeface="페이퍼로지 6 SemiBold" charset="0"/>
              </a:rPr>
              <a:t>3</a:t>
            </a:r>
            <a:r>
              <a:rPr lang="ko-KR" sz="1600">
                <a:solidFill>
                  <a:srgbClr val="63FFB1"/>
                </a:solidFill>
                <a:latin typeface="페이퍼로지 6 SemiBold" charset="0"/>
                <a:ea typeface="페이퍼로지 6 SemiBold" charset="0"/>
              </a:rPr>
              <a:t>. </a:t>
            </a:r>
            <a:r>
              <a:rPr lang="ko-KR" sz="1600">
                <a:solidFill>
                  <a:srgbClr val="63FFB1"/>
                </a:solidFill>
                <a:latin typeface="페이퍼로지 6 SemiBold" charset="0"/>
                <a:ea typeface="페이퍼로지 6 SemiBold" charset="0"/>
              </a:rPr>
              <a:t>다운로드 및 모니터링 T</a:t>
            </a:r>
            <a:r>
              <a:rPr lang="ko-KR" sz="1600">
                <a:solidFill>
                  <a:srgbClr val="63FFB1"/>
                </a:solidFill>
                <a:latin typeface="페이퍼로지 6 SemiBold" charset="0"/>
                <a:ea typeface="페이퍼로지 6 SemiBold" charset="0"/>
              </a:rPr>
              <a:t>est</a:t>
            </a:r>
            <a:endParaRPr lang="ko-KR" altLang="en-US" sz="1600">
              <a:solidFill>
                <a:srgbClr val="63FFB1"/>
              </a:solidFill>
              <a:latin typeface="페이퍼로지 6 SemiBold" charset="0"/>
              <a:ea typeface="페이퍼로지 6 SemiBold" charset="0"/>
            </a:endParaRPr>
          </a:p>
        </p:txBody>
      </p:sp>
      <p:sp>
        <p:nvSpPr>
          <p:cNvPr id="80" name="도형 25"/>
          <p:cNvSpPr>
            <a:spLocks/>
          </p:cNvSpPr>
          <p:nvPr/>
        </p:nvSpPr>
        <p:spPr>
          <a:xfrm rot="10800000">
            <a:off x="8207375" y="2491105"/>
            <a:ext cx="3241040" cy="2880995"/>
          </a:xfrm>
          <a:prstGeom prst="rect"/>
          <a:noFill/>
          <a:ln w="6350" cap="flat" cmpd="sng">
            <a:gradFill rotWithShape="1">
              <a:gsLst>
                <a:gs pos="0">
                  <a:srgbClr val="00B1FF"/>
                </a:gs>
                <a:gs pos="100000">
                  <a:srgbClr val="63FFB1"/>
                </a:gs>
              </a:gsLst>
              <a:lin ang="5400000"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81" name="텍스트 상자 27"/>
          <p:cNvSpPr txBox="1">
            <a:spLocks/>
          </p:cNvSpPr>
          <p:nvPr/>
        </p:nvSpPr>
        <p:spPr>
          <a:xfrm rot="0">
            <a:off x="975360" y="4146550"/>
            <a:ext cx="2854325" cy="73787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rtl="0" algn="l" defTabSz="914400" eaLnBrk="1" latinLnBrk="1" hangingPunct="1">
              <a:buFontTx/>
              <a:buNone/>
            </a:pPr>
            <a:r>
              <a:rPr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☑</a:t>
            </a:r>
            <a:r>
              <a:rPr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 </a:t>
            </a:r>
            <a:r>
              <a:rPr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빌드</a:t>
            </a:r>
            <a:r>
              <a:rPr lang="ko-KR"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 자동화 </a:t>
            </a:r>
            <a:r>
              <a:rPr lang="ko-KR"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가능</a:t>
            </a:r>
            <a:r>
              <a:rPr lang="ko-KR"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성</a:t>
            </a:r>
            <a:endParaRPr lang="ko-KR" altLang="en-US" sz="1400">
              <a:solidFill>
                <a:schemeClr val="bg1"/>
              </a:solidFill>
              <a:latin typeface="페이퍼로지 6 SemiBold" charset="0"/>
              <a:ea typeface="페이퍼로지 6 SemiBold" charset="0"/>
            </a:endParaRPr>
          </a:p>
          <a:p>
            <a:pPr marL="0" indent="0" rtl="0" algn="l" defTabSz="914400" eaLnBrk="1" latinLnBrk="1" hangingPunct="1">
              <a:buFontTx/>
              <a:buNone/>
            </a:pPr>
            <a:endParaRPr lang="ko-KR" altLang="en-US" sz="1400">
              <a:solidFill>
                <a:schemeClr val="bg1"/>
              </a:solidFill>
              <a:latin typeface="페이퍼로지 6 SemiBold" charset="0"/>
              <a:ea typeface="페이퍼로지 6 SemiBold" charset="0"/>
            </a:endParaRPr>
          </a:p>
          <a:p>
            <a:pPr marL="0" indent="0" rtl="0" algn="l" defTabSz="914400" eaLnBrk="1" latinLnBrk="1" hangingPunct="1">
              <a:buFontTx/>
              <a:buNone/>
            </a:pPr>
            <a:r>
              <a:rPr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☑</a:t>
            </a:r>
            <a:r>
              <a:rPr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 </a:t>
            </a:r>
            <a:r>
              <a:rPr lang="ko-KR"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과거 빌드</a:t>
            </a:r>
            <a:r>
              <a:rPr lang="ko-KR"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이슈</a:t>
            </a:r>
            <a:r>
              <a:rPr lang="ko-KR"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를 </a:t>
            </a:r>
            <a:r>
              <a:rPr lang="ko-KR"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막</a:t>
            </a:r>
            <a:r>
              <a:rPr lang="ko-KR"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을 수 </a:t>
            </a:r>
            <a:r>
              <a:rPr lang="ko-KR"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있는</a:t>
            </a:r>
            <a:r>
              <a:rPr lang="ko-KR"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지?</a:t>
            </a:r>
            <a:endParaRPr lang="ko-KR" altLang="en-US" sz="1400">
              <a:solidFill>
                <a:schemeClr val="bg1"/>
              </a:solidFill>
              <a:latin typeface="페이퍼로지 6 SemiBold" charset="0"/>
              <a:ea typeface="페이퍼로지 6 SemiBold" charset="0"/>
            </a:endParaRPr>
          </a:p>
        </p:txBody>
      </p:sp>
      <p:sp>
        <p:nvSpPr>
          <p:cNvPr id="82" name="텍스트 상자 28"/>
          <p:cNvSpPr txBox="1">
            <a:spLocks/>
          </p:cNvSpPr>
          <p:nvPr/>
        </p:nvSpPr>
        <p:spPr>
          <a:xfrm rot="0">
            <a:off x="4686300" y="4154805"/>
            <a:ext cx="2854325" cy="73787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rtl="0" algn="l" defTabSz="914400" eaLnBrk="1" latinLnBrk="1" hangingPunct="1">
              <a:buFontTx/>
              <a:buNone/>
            </a:pPr>
            <a:r>
              <a:rPr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☑</a:t>
            </a:r>
            <a:r>
              <a:rPr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 </a:t>
            </a:r>
            <a:r>
              <a:rPr lang="ko-KR"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Q</a:t>
            </a:r>
            <a:r>
              <a:rPr lang="ko-KR"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G</a:t>
            </a:r>
            <a:r>
              <a:rPr lang="ko-KR"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raphic</a:t>
            </a:r>
            <a:r>
              <a:rPr lang="ko-KR"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I</a:t>
            </a:r>
            <a:r>
              <a:rPr lang="ko-KR"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tem</a:t>
            </a:r>
            <a:r>
              <a:rPr lang="ko-KR"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사용 시 </a:t>
            </a:r>
            <a:r>
              <a:rPr lang="ko-KR"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자동화</a:t>
            </a:r>
            <a:endParaRPr lang="ko-KR" altLang="en-US" sz="1400">
              <a:solidFill>
                <a:schemeClr val="bg1"/>
              </a:solidFill>
              <a:latin typeface="페이퍼로지 6 SemiBold" charset="0"/>
              <a:ea typeface="페이퍼로지 6 SemiBold" charset="0"/>
            </a:endParaRPr>
          </a:p>
          <a:p>
            <a:pPr marL="0" indent="0" rtl="0" algn="l" defTabSz="914400" eaLnBrk="1" latinLnBrk="1" hangingPunct="1">
              <a:buFontTx/>
              <a:buNone/>
            </a:pPr>
            <a:endParaRPr lang="ko-KR" altLang="en-US" sz="1400">
              <a:solidFill>
                <a:schemeClr val="bg1"/>
              </a:solidFill>
              <a:latin typeface="페이퍼로지 6 SemiBold" charset="0"/>
              <a:ea typeface="페이퍼로지 6 SemiBold" charset="0"/>
            </a:endParaRPr>
          </a:p>
          <a:p>
            <a:pPr marL="0" indent="0" rtl="0" algn="l" defTabSz="914400" eaLnBrk="1" latinLnBrk="1" hangingPunct="1">
              <a:buFontTx/>
              <a:buNone/>
            </a:pPr>
            <a:r>
              <a:rPr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☑</a:t>
            </a:r>
            <a:r>
              <a:rPr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 </a:t>
            </a:r>
            <a:r>
              <a:rPr lang="ko-KR"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테스트 </a:t>
            </a:r>
            <a:r>
              <a:rPr lang="ko-KR"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작성</a:t>
            </a:r>
            <a:r>
              <a:rPr lang="ko-KR"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이 편리한지?</a:t>
            </a:r>
            <a:endParaRPr lang="ko-KR" altLang="en-US" sz="1400">
              <a:solidFill>
                <a:schemeClr val="bg1"/>
              </a:solidFill>
              <a:latin typeface="페이퍼로지 6 SemiBold" charset="0"/>
              <a:ea typeface="페이퍼로지 6 SemiBold" charset="0"/>
            </a:endParaRPr>
          </a:p>
        </p:txBody>
      </p:sp>
      <p:sp>
        <p:nvSpPr>
          <p:cNvPr id="83" name="텍스트 상자 29"/>
          <p:cNvSpPr txBox="1">
            <a:spLocks/>
          </p:cNvSpPr>
          <p:nvPr/>
        </p:nvSpPr>
        <p:spPr>
          <a:xfrm rot="0">
            <a:off x="1010920" y="2933065"/>
            <a:ext cx="2854325" cy="30734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rtl="0" algn="l" defTabSz="914400" eaLnBrk="1" latinLnBrk="1" hangingPunct="1">
              <a:buFontTx/>
              <a:buNone/>
            </a:pPr>
            <a:r>
              <a:rPr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P</a:t>
            </a:r>
            <a:r>
              <a:rPr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roject</a:t>
            </a:r>
            <a:r>
              <a:rPr lang="ko-KR"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를 </a:t>
            </a:r>
            <a:r>
              <a:rPr lang="ko-KR"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빌드하</a:t>
            </a:r>
            <a:r>
              <a:rPr lang="ko-KR"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며 </a:t>
            </a:r>
            <a:r>
              <a:rPr lang="ko-KR"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에러</a:t>
            </a:r>
            <a:r>
              <a:rPr lang="ko-KR"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발생 </a:t>
            </a:r>
            <a:r>
              <a:rPr lang="ko-KR"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검</a:t>
            </a:r>
            <a:r>
              <a:rPr lang="ko-KR"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증</a:t>
            </a:r>
            <a:endParaRPr lang="ko-KR" altLang="en-US" sz="1400">
              <a:solidFill>
                <a:schemeClr val="bg1"/>
              </a:solidFill>
              <a:latin typeface="페이퍼로지 6 SemiBold" charset="0"/>
              <a:ea typeface="페이퍼로지 6 SemiBold" charset="0"/>
            </a:endParaRPr>
          </a:p>
        </p:txBody>
      </p:sp>
      <p:sp>
        <p:nvSpPr>
          <p:cNvPr id="84" name="텍스트 상자 30"/>
          <p:cNvSpPr txBox="1">
            <a:spLocks/>
          </p:cNvSpPr>
          <p:nvPr/>
        </p:nvSpPr>
        <p:spPr>
          <a:xfrm rot="0">
            <a:off x="4730750" y="2932430"/>
            <a:ext cx="2854325" cy="30734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rtl="0" algn="l" defTabSz="914400" eaLnBrk="1" latinLnBrk="1" hangingPunct="1">
              <a:buFontTx/>
              <a:buNone/>
            </a:pPr>
            <a:r>
              <a:rPr lang="ko-KR"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버</a:t>
            </a:r>
            <a:r>
              <a:rPr lang="ko-KR"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튼 및 UI가 정상 </a:t>
            </a:r>
            <a:r>
              <a:rPr lang="ko-KR"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작동하는</a:t>
            </a:r>
            <a:r>
              <a:rPr lang="ko-KR"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지 검증</a:t>
            </a:r>
            <a:endParaRPr lang="ko-KR" altLang="en-US" sz="1400">
              <a:solidFill>
                <a:schemeClr val="bg1"/>
              </a:solidFill>
              <a:latin typeface="페이퍼로지 6 SemiBold" charset="0"/>
              <a:ea typeface="페이퍼로지 6 SemiBold" charset="0"/>
            </a:endParaRPr>
          </a:p>
        </p:txBody>
      </p:sp>
      <p:sp>
        <p:nvSpPr>
          <p:cNvPr id="85" name="텍스트 상자 31"/>
          <p:cNvSpPr txBox="1">
            <a:spLocks/>
          </p:cNvSpPr>
          <p:nvPr/>
        </p:nvSpPr>
        <p:spPr>
          <a:xfrm rot="0">
            <a:off x="8522970" y="2931795"/>
            <a:ext cx="2854325" cy="30734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rtl="0" algn="l" defTabSz="914400" eaLnBrk="1" latinLnBrk="1" hangingPunct="1">
              <a:buFontTx/>
              <a:buNone/>
            </a:pPr>
            <a:r>
              <a:rPr lang="ko-KR"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O</a:t>
            </a:r>
            <a:r>
              <a:rPr lang="ko-KR"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S</a:t>
            </a:r>
            <a:r>
              <a:rPr lang="ko-KR"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별 프로그램이 </a:t>
            </a:r>
            <a:r>
              <a:rPr lang="ko-KR"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실행</a:t>
            </a:r>
            <a:r>
              <a:rPr lang="ko-KR"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 </a:t>
            </a:r>
            <a:r>
              <a:rPr lang="ko-KR"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되는</a:t>
            </a:r>
            <a:r>
              <a:rPr lang="ko-KR"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지 </a:t>
            </a:r>
            <a:r>
              <a:rPr lang="ko-KR"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검</a:t>
            </a:r>
            <a:r>
              <a:rPr lang="ko-KR"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사</a:t>
            </a:r>
            <a:endParaRPr lang="ko-KR" altLang="en-US" sz="1400">
              <a:solidFill>
                <a:schemeClr val="bg1"/>
              </a:solidFill>
              <a:latin typeface="페이퍼로지 6 SemiBold" charset="0"/>
              <a:ea typeface="페이퍼로지 6 SemiBold" charset="0"/>
            </a:endParaRPr>
          </a:p>
        </p:txBody>
      </p:sp>
      <p:sp>
        <p:nvSpPr>
          <p:cNvPr id="86" name="텍스트 상자 32"/>
          <p:cNvSpPr txBox="1">
            <a:spLocks/>
          </p:cNvSpPr>
          <p:nvPr/>
        </p:nvSpPr>
        <p:spPr>
          <a:xfrm rot="0">
            <a:off x="8487410" y="4154170"/>
            <a:ext cx="2683510" cy="73787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rtl="0" algn="l" defTabSz="914400" eaLnBrk="1" latinLnBrk="1" hangingPunct="1">
              <a:buFontTx/>
              <a:buNone/>
            </a:pPr>
            <a:r>
              <a:rPr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☑</a:t>
            </a:r>
            <a:r>
              <a:rPr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 </a:t>
            </a:r>
            <a:r>
              <a:rPr lang="ko-KR"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Q</a:t>
            </a:r>
            <a:r>
              <a:rPr lang="ko-KR"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A</a:t>
            </a:r>
            <a:r>
              <a:rPr lang="ko-KR"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작업을 </a:t>
            </a:r>
            <a:r>
              <a:rPr lang="ko-KR"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대</a:t>
            </a:r>
            <a:r>
              <a:rPr lang="ko-KR"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체할 수 </a:t>
            </a:r>
            <a:r>
              <a:rPr lang="ko-KR"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있는</a:t>
            </a:r>
            <a:r>
              <a:rPr lang="ko-KR"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지?</a:t>
            </a:r>
            <a:endParaRPr lang="ko-KR" altLang="en-US" sz="1400">
              <a:solidFill>
                <a:schemeClr val="bg1"/>
              </a:solidFill>
              <a:latin typeface="페이퍼로지 6 SemiBold" charset="0"/>
              <a:ea typeface="페이퍼로지 6 SemiBold" charset="0"/>
            </a:endParaRPr>
          </a:p>
          <a:p>
            <a:pPr marL="0" indent="0" rtl="0" algn="l" defTabSz="914400" eaLnBrk="1" latinLnBrk="1" hangingPunct="1">
              <a:buFontTx/>
              <a:buNone/>
            </a:pPr>
            <a:endParaRPr lang="ko-KR" altLang="en-US" sz="1400">
              <a:solidFill>
                <a:schemeClr val="bg1"/>
              </a:solidFill>
              <a:latin typeface="페이퍼로지 6 SemiBold" charset="0"/>
              <a:ea typeface="페이퍼로지 6 SemiBold" charset="0"/>
            </a:endParaRPr>
          </a:p>
          <a:p>
            <a:pPr marL="0" indent="0" rtl="0" algn="l" defTabSz="914400" eaLnBrk="1" latinLnBrk="1" hangingPunct="1">
              <a:buFontTx/>
              <a:buNone/>
            </a:pPr>
            <a:r>
              <a:rPr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☑</a:t>
            </a:r>
            <a:r>
              <a:rPr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 </a:t>
            </a:r>
            <a:endParaRPr lang="ko-KR" altLang="en-US" sz="1400">
              <a:solidFill>
                <a:schemeClr val="bg1"/>
              </a:solidFill>
              <a:latin typeface="페이퍼로지 6 SemiBold" charset="0"/>
              <a:ea typeface="페이퍼로지 6 SemiBold" charset="0"/>
            </a:endParaRPr>
          </a:p>
        </p:txBody>
      </p:sp>
      <p:sp>
        <p:nvSpPr>
          <p:cNvPr id="87" name="텍스트 상자 33"/>
          <p:cNvSpPr txBox="1">
            <a:spLocks/>
          </p:cNvSpPr>
          <p:nvPr/>
        </p:nvSpPr>
        <p:spPr>
          <a:xfrm rot="0">
            <a:off x="838200" y="3801745"/>
            <a:ext cx="2854325" cy="30734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rtl="0" algn="l" defTabSz="914400" eaLnBrk="1" latinLnBrk="1" hangingPunct="1">
              <a:buFontTx/>
              <a:buNone/>
            </a:pPr>
            <a:r>
              <a:rPr lang="ko-KR"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K</a:t>
            </a:r>
            <a:r>
              <a:rPr lang="ko-KR"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ey</a:t>
            </a:r>
            <a:r>
              <a:rPr lang="ko-KR"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 </a:t>
            </a:r>
            <a:r>
              <a:rPr lang="ko-KR"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Point</a:t>
            </a:r>
            <a:r>
              <a:rPr lang="ko-KR"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?</a:t>
            </a:r>
            <a:endParaRPr lang="ko-KR" altLang="en-US" sz="1400">
              <a:solidFill>
                <a:schemeClr val="bg1"/>
              </a:solidFill>
              <a:latin typeface="페이퍼로지 6 SemiBold" charset="0"/>
              <a:ea typeface="페이퍼로지 6 SemiBold" charset="0"/>
            </a:endParaRPr>
          </a:p>
        </p:txBody>
      </p:sp>
      <p:sp>
        <p:nvSpPr>
          <p:cNvPr id="88" name="텍스트 상자 34"/>
          <p:cNvSpPr txBox="1">
            <a:spLocks/>
          </p:cNvSpPr>
          <p:nvPr/>
        </p:nvSpPr>
        <p:spPr>
          <a:xfrm rot="0">
            <a:off x="4530725" y="3801110"/>
            <a:ext cx="2854325" cy="30734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rtl="0" algn="l" defTabSz="914400" eaLnBrk="1" latinLnBrk="1" hangingPunct="1">
              <a:buFontTx/>
              <a:buNone/>
            </a:pPr>
            <a:r>
              <a:rPr lang="ko-KR"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K</a:t>
            </a:r>
            <a:r>
              <a:rPr lang="ko-KR"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ey</a:t>
            </a:r>
            <a:r>
              <a:rPr lang="ko-KR"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 </a:t>
            </a:r>
            <a:r>
              <a:rPr lang="ko-KR"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Point</a:t>
            </a:r>
            <a:r>
              <a:rPr lang="ko-KR"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?</a:t>
            </a:r>
            <a:endParaRPr lang="ko-KR" altLang="en-US" sz="1400">
              <a:solidFill>
                <a:schemeClr val="bg1"/>
              </a:solidFill>
              <a:latin typeface="페이퍼로지 6 SemiBold" charset="0"/>
              <a:ea typeface="페이퍼로지 6 SemiBold" charset="0"/>
            </a:endParaRPr>
          </a:p>
        </p:txBody>
      </p:sp>
      <p:sp>
        <p:nvSpPr>
          <p:cNvPr id="89" name="텍스트 상자 35"/>
          <p:cNvSpPr txBox="1">
            <a:spLocks/>
          </p:cNvSpPr>
          <p:nvPr/>
        </p:nvSpPr>
        <p:spPr>
          <a:xfrm rot="0">
            <a:off x="8359140" y="3809365"/>
            <a:ext cx="2854325" cy="30734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rtl="0" algn="l" defTabSz="914400" eaLnBrk="1" latinLnBrk="1" hangingPunct="1">
              <a:buFontTx/>
              <a:buNone/>
            </a:pPr>
            <a:r>
              <a:rPr lang="ko-KR"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K</a:t>
            </a:r>
            <a:r>
              <a:rPr lang="ko-KR"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ey</a:t>
            </a:r>
            <a:r>
              <a:rPr lang="ko-KR"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 </a:t>
            </a:r>
            <a:r>
              <a:rPr lang="ko-KR"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Point</a:t>
            </a:r>
            <a:r>
              <a:rPr lang="ko-KR" sz="14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?</a:t>
            </a:r>
            <a:endParaRPr lang="ko-KR" altLang="en-US" sz="1400">
              <a:solidFill>
                <a:schemeClr val="bg1"/>
              </a:solidFill>
              <a:latin typeface="페이퍼로지 6 SemiBold" charset="0"/>
              <a:ea typeface="페이퍼로지 6 SemiBold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 0"/>
          <p:cNvSpPr>
            <a:spLocks/>
          </p:cNvSpPr>
          <p:nvPr/>
        </p:nvSpPr>
        <p:spPr>
          <a:xfrm rot="10800000">
            <a:off x="1043940" y="2936875"/>
            <a:ext cx="4680585" cy="2880360"/>
          </a:xfrm>
          <a:prstGeom prst="rect"/>
          <a:solidFill>
            <a:srgbClr val="1B2231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28" name="Rect 0"/>
          <p:cNvSpPr>
            <a:spLocks/>
          </p:cNvSpPr>
          <p:nvPr/>
        </p:nvSpPr>
        <p:spPr>
          <a:xfrm rot="10800000">
            <a:off x="7538720" y="2936875"/>
            <a:ext cx="3240405" cy="2880360"/>
          </a:xfrm>
          <a:prstGeom prst="rect"/>
          <a:solidFill>
            <a:srgbClr val="1B2231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30" name="Rect 0"/>
          <p:cNvSpPr>
            <a:spLocks/>
          </p:cNvSpPr>
          <p:nvPr/>
        </p:nvSpPr>
        <p:spPr>
          <a:xfrm rot="10800000">
            <a:off x="1052830" y="2934335"/>
            <a:ext cx="4680585" cy="288925"/>
          </a:xfrm>
          <a:prstGeom prst="rect"/>
          <a:solidFill>
            <a:srgbClr val="111827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31" name="Rect 0"/>
          <p:cNvSpPr txBox="1">
            <a:spLocks/>
          </p:cNvSpPr>
          <p:nvPr/>
        </p:nvSpPr>
        <p:spPr>
          <a:xfrm rot="0">
            <a:off x="3063875" y="2955290"/>
            <a:ext cx="658495" cy="338455"/>
          </a:xfrm>
          <a:prstGeom prst="rect"/>
          <a:noFill/>
        </p:spPr>
        <p:txBody>
          <a:bodyPr wrap="none" lIns="91440" tIns="45720" rIns="91440" bIns="45720" vert="horz" anchor="t">
            <a:sp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lang="ko-KR" sz="1600">
                <a:solidFill>
                  <a:srgbClr val="63FFB1"/>
                </a:solidFill>
                <a:latin typeface="페이퍼로지 6 SemiBold" charset="0"/>
                <a:ea typeface="페이퍼로지 6 SemiBold" charset="0"/>
                <a:sym typeface="맑은 고딕" charset="0"/>
              </a:rPr>
              <a:t>기존 </a:t>
            </a:r>
            <a:r>
              <a:rPr lang="ko-KR" sz="1600">
                <a:solidFill>
                  <a:srgbClr val="63FFB1"/>
                </a:solidFill>
                <a:latin typeface="페이퍼로지 6 SemiBold" charset="0"/>
                <a:ea typeface="페이퍼로지 6 SemiBold" charset="0"/>
                <a:sym typeface="맑은 고딕" charset="0"/>
              </a:rPr>
              <a:t>방</a:t>
            </a:r>
            <a:r>
              <a:rPr lang="ko-KR" sz="1600">
                <a:solidFill>
                  <a:srgbClr val="63FFB1"/>
                </a:solidFill>
                <a:latin typeface="페이퍼로지 6 SemiBold" charset="0"/>
                <a:ea typeface="페이퍼로지 6 SemiBold" charset="0"/>
                <a:sym typeface="맑은 고딕" charset="0"/>
              </a:rPr>
              <a:t>식</a:t>
            </a:r>
            <a:endParaRPr lang="ko-KR" altLang="en-US" sz="1600">
              <a:solidFill>
                <a:srgbClr val="63FFB1"/>
              </a:solidFill>
              <a:latin typeface="페이퍼로지 6 SemiBold" charset="0"/>
              <a:ea typeface="페이퍼로지 6 SemiBold" charset="0"/>
              <a:sym typeface="맑은 고딕" charset="0"/>
            </a:endParaRPr>
          </a:p>
        </p:txBody>
      </p:sp>
      <p:sp>
        <p:nvSpPr>
          <p:cNvPr id="132" name="Rect 0"/>
          <p:cNvSpPr>
            <a:spLocks/>
          </p:cNvSpPr>
          <p:nvPr/>
        </p:nvSpPr>
        <p:spPr>
          <a:xfrm rot="10800000">
            <a:off x="7538720" y="2934335"/>
            <a:ext cx="3240405" cy="288925"/>
          </a:xfrm>
          <a:prstGeom prst="rect"/>
          <a:solidFill>
            <a:srgbClr val="111827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33" name="Rect 0"/>
          <p:cNvSpPr txBox="1">
            <a:spLocks/>
          </p:cNvSpPr>
          <p:nvPr/>
        </p:nvSpPr>
        <p:spPr>
          <a:xfrm rot="0">
            <a:off x="8729980" y="2955290"/>
            <a:ext cx="858520" cy="338455"/>
          </a:xfrm>
          <a:prstGeom prst="rect"/>
          <a:noFill/>
        </p:spPr>
        <p:txBody>
          <a:bodyPr wrap="none" lIns="91440" tIns="45720" rIns="91440" bIns="45720" vert="horz" anchor="t">
            <a:sp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lang="ko-KR" sz="1600">
                <a:solidFill>
                  <a:srgbClr val="63FFB1"/>
                </a:solidFill>
                <a:latin typeface="페이퍼로지 6 SemiBold" charset="0"/>
                <a:ea typeface="페이퍼로지 6 SemiBold" charset="0"/>
                <a:sym typeface="맑은 고딕" charset="0"/>
              </a:rPr>
              <a:t>B</a:t>
            </a:r>
            <a:r>
              <a:rPr lang="ko-KR" sz="1600">
                <a:solidFill>
                  <a:srgbClr val="63FFB1"/>
                </a:solidFill>
                <a:latin typeface="페이퍼로지 6 SemiBold" charset="0"/>
                <a:ea typeface="페이퍼로지 6 SemiBold" charset="0"/>
                <a:sym typeface="맑은 고딕" charset="0"/>
              </a:rPr>
              <a:t>uild Test </a:t>
            </a:r>
            <a:endParaRPr lang="ko-KR" altLang="en-US" sz="1600">
              <a:solidFill>
                <a:srgbClr val="63FFB1"/>
              </a:solidFill>
              <a:latin typeface="페이퍼로지 6 SemiBold" charset="0"/>
              <a:ea typeface="페이퍼로지 6 SemiBold" charset="0"/>
              <a:sym typeface="맑은 고딕" charset="0"/>
            </a:endParaRPr>
          </a:p>
        </p:txBody>
      </p:sp>
      <p:sp>
        <p:nvSpPr>
          <p:cNvPr id="2" name="Rect 0"/>
          <p:cNvSpPr txBox="1">
            <a:spLocks/>
          </p:cNvSpPr>
          <p:nvPr/>
        </p:nvSpPr>
        <p:spPr>
          <a:xfrm rot="0">
            <a:off x="280670" y="420370"/>
            <a:ext cx="1474470" cy="276860"/>
          </a:xfrm>
          <a:prstGeom prst="rect"/>
          <a:noFill/>
        </p:spPr>
        <p:txBody>
          <a:bodyPr wrap="none" lIns="91440" tIns="45720" rIns="91440" bIns="45720" vert="horz" anchor="t">
            <a:spAutoFit/>
          </a:bodyPr>
          <a:lstStyle/>
          <a:p>
            <a:pPr marL="0" indent="0" rtl="0" algn="l" defTabSz="914400" eaLnBrk="1" latinLnBrk="1" hangingPunct="1">
              <a:buFontTx/>
              <a:buNone/>
            </a:pPr>
            <a:r>
              <a:rPr sz="1200">
                <a:solidFill>
                  <a:srgbClr val="00B1FF"/>
                </a:solidFill>
                <a:latin typeface="페이퍼로지 7 Bold" charset="0"/>
                <a:ea typeface="페이퍼로지 7 Bold" charset="0"/>
                <a:sym typeface="맑은 고딕" charset="0"/>
              </a:rPr>
              <a:t>02 </a:t>
            </a:r>
            <a:r>
              <a:rPr sz="1200">
                <a:solidFill>
                  <a:schemeClr val="bg1"/>
                </a:solidFill>
                <a:latin typeface="페이퍼로지 7 Bold" charset="0"/>
                <a:ea typeface="페이퍼로지 7 Bold" charset="0"/>
                <a:sym typeface="맑은 고딕" charset="0"/>
              </a:rPr>
              <a:t>T</a:t>
            </a:r>
            <a:r>
              <a:rPr lang="ko-KR" sz="1200">
                <a:solidFill>
                  <a:schemeClr val="bg1"/>
                </a:solidFill>
                <a:latin typeface="페이퍼로지 7 Bold" charset="0"/>
                <a:ea typeface="페이퍼로지 7 Bold" charset="0"/>
                <a:sym typeface="맑은 고딕" charset="0"/>
              </a:rPr>
              <a:t>e</a:t>
            </a:r>
            <a:r>
              <a:rPr lang="ko-KR" sz="1200">
                <a:solidFill>
                  <a:schemeClr val="bg1"/>
                </a:solidFill>
                <a:latin typeface="페이퍼로지 7 Bold" charset="0"/>
                <a:ea typeface="페이퍼로지 7 Bold" charset="0"/>
                <a:sym typeface="맑은 고딕" charset="0"/>
              </a:rPr>
              <a:t>st </a:t>
            </a:r>
            <a:r>
              <a:rPr lang="ko-KR" sz="1200">
                <a:solidFill>
                  <a:schemeClr val="bg1"/>
                </a:solidFill>
                <a:latin typeface="페이퍼로지 7 Bold" charset="0"/>
                <a:ea typeface="페이퍼로지 7 Bold" charset="0"/>
                <a:sym typeface="맑은 고딕" charset="0"/>
              </a:rPr>
              <a:t>S</a:t>
            </a:r>
            <a:r>
              <a:rPr lang="ko-KR" sz="1200">
                <a:solidFill>
                  <a:schemeClr val="bg1"/>
                </a:solidFill>
                <a:latin typeface="페이퍼로지 7 Bold" charset="0"/>
                <a:ea typeface="페이퍼로지 7 Bold" charset="0"/>
                <a:sym typeface="맑은 고딕" charset="0"/>
              </a:rPr>
              <a:t>cenario</a:t>
            </a:r>
            <a:endParaRPr lang="ko-KR" altLang="en-US" sz="1200">
              <a:solidFill>
                <a:schemeClr val="bg1"/>
              </a:solidFill>
              <a:latin typeface="페이퍼로지 7 Bold" charset="0"/>
              <a:ea typeface="페이퍼로지 7 Bold" charset="0"/>
              <a:sym typeface="맑은 고딕" charset="0"/>
            </a:endParaRPr>
          </a:p>
        </p:txBody>
      </p:sp>
      <p:sp>
        <p:nvSpPr>
          <p:cNvPr id="3" name="Rect 0"/>
          <p:cNvSpPr txBox="1">
            <a:spLocks/>
          </p:cNvSpPr>
          <p:nvPr/>
        </p:nvSpPr>
        <p:spPr>
          <a:xfrm rot="0">
            <a:off x="4617085" y="1097280"/>
            <a:ext cx="2958465" cy="522605"/>
          </a:xfrm>
          <a:prstGeom prst="rect"/>
          <a:noFill/>
        </p:spPr>
        <p:txBody>
          <a:bodyPr wrap="none" lIns="91440" tIns="45720" rIns="91440" bIns="45720" vert="horz" anchor="t">
            <a:sp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sz="2800">
                <a:gradFill rotWithShape="1">
                  <a:gsLst>
                    <a:gs pos="0">
                      <a:srgbClr val="00B1FF"/>
                    </a:gs>
                    <a:gs pos="100000">
                      <a:srgbClr val="63FFB1"/>
                    </a:gs>
                  </a:gsLst>
                  <a:lin ang="0"/>
                </a:gradFill>
                <a:latin typeface="페이퍼로지 7 Bold" charset="0"/>
                <a:ea typeface="페이퍼로지 7 Bold" charset="0"/>
                <a:sym typeface="맑은 고딕" charset="0"/>
              </a:rPr>
              <a:t>T</a:t>
            </a:r>
            <a:r>
              <a:rPr sz="2800">
                <a:gradFill rotWithShape="1">
                  <a:gsLst>
                    <a:gs pos="0">
                      <a:srgbClr val="00B1FF"/>
                    </a:gs>
                    <a:gs pos="100000">
                      <a:srgbClr val="63FFB1"/>
                    </a:gs>
                  </a:gsLst>
                  <a:lin ang="0"/>
                </a:gradFill>
                <a:latin typeface="페이퍼로지 7 Bold" charset="0"/>
                <a:ea typeface="페이퍼로지 7 Bold" charset="0"/>
                <a:sym typeface="맑은 고딕" charset="0"/>
              </a:rPr>
              <a:t>est </a:t>
            </a:r>
            <a:r>
              <a:rPr lang="ko-KR" sz="2800">
                <a:gradFill rotWithShape="1">
                  <a:gsLst>
                    <a:gs pos="0">
                      <a:srgbClr val="00B1FF"/>
                    </a:gs>
                    <a:gs pos="100000">
                      <a:srgbClr val="63FFB1"/>
                    </a:gs>
                  </a:gsLst>
                  <a:lin ang="0"/>
                </a:gradFill>
                <a:latin typeface="페이퍼로지 7 Bold" charset="0"/>
                <a:ea typeface="페이퍼로지 7 Bold" charset="0"/>
                <a:sym typeface="맑은 고딕" charset="0"/>
              </a:rPr>
              <a:t>S</a:t>
            </a:r>
            <a:r>
              <a:rPr lang="ko-KR" sz="2800">
                <a:gradFill rotWithShape="1">
                  <a:gsLst>
                    <a:gs pos="0">
                      <a:srgbClr val="00B1FF"/>
                    </a:gs>
                    <a:gs pos="100000">
                      <a:srgbClr val="63FFB1"/>
                    </a:gs>
                  </a:gsLst>
                  <a:lin ang="0"/>
                </a:gradFill>
                <a:latin typeface="페이퍼로지 7 Bold" charset="0"/>
                <a:ea typeface="페이퍼로지 7 Bold" charset="0"/>
                <a:sym typeface="맑은 고딕" charset="0"/>
              </a:rPr>
              <a:t>cena</a:t>
            </a:r>
            <a:r>
              <a:rPr lang="ko-KR" sz="2800">
                <a:gradFill rotWithShape="1">
                  <a:gsLst>
                    <a:gs pos="0">
                      <a:srgbClr val="00B1FF"/>
                    </a:gs>
                    <a:gs pos="100000">
                      <a:srgbClr val="63FFB1"/>
                    </a:gs>
                  </a:gsLst>
                  <a:lin ang="0"/>
                </a:gradFill>
                <a:latin typeface="페이퍼로지 7 Bold" charset="0"/>
                <a:ea typeface="페이퍼로지 7 Bold" charset="0"/>
                <a:sym typeface="맑은 고딕" charset="0"/>
              </a:rPr>
              <a:t>r</a:t>
            </a:r>
            <a:r>
              <a:rPr lang="ko-KR" sz="2800">
                <a:gradFill rotWithShape="1">
                  <a:gsLst>
                    <a:gs pos="0">
                      <a:srgbClr val="00B1FF"/>
                    </a:gs>
                    <a:gs pos="100000">
                      <a:srgbClr val="63FFB1"/>
                    </a:gs>
                  </a:gsLst>
                  <a:lin ang="0"/>
                </a:gradFill>
                <a:latin typeface="페이퍼로지 7 Bold" charset="0"/>
                <a:ea typeface="페이퍼로지 7 Bold" charset="0"/>
                <a:sym typeface="맑은 고딕" charset="0"/>
              </a:rPr>
              <a:t>io</a:t>
            </a:r>
            <a:r>
              <a:rPr lang="ko-KR" sz="2800">
                <a:gradFill rotWithShape="1">
                  <a:gsLst>
                    <a:gs pos="0">
                      <a:srgbClr val="00B1FF"/>
                    </a:gs>
                    <a:gs pos="100000">
                      <a:srgbClr val="63FFB1"/>
                    </a:gs>
                  </a:gsLst>
                  <a:lin ang="0"/>
                </a:gradFill>
                <a:latin typeface="페이퍼로지 7 Bold" charset="0"/>
                <a:ea typeface="페이퍼로지 7 Bold" charset="0"/>
                <a:sym typeface="맑은 고딕" charset="0"/>
              </a:rPr>
              <a:t> </a:t>
            </a:r>
            <a:r>
              <a:rPr lang="ko-KR" sz="2800">
                <a:gradFill rotWithShape="1">
                  <a:gsLst>
                    <a:gs pos="0">
                      <a:srgbClr val="00B1FF"/>
                    </a:gs>
                    <a:gs pos="100000">
                      <a:srgbClr val="63FFB1"/>
                    </a:gs>
                  </a:gsLst>
                  <a:lin ang="0"/>
                </a:gradFill>
                <a:latin typeface="페이퍼로지 7 Bold" charset="0"/>
                <a:ea typeface="페이퍼로지 7 Bold" charset="0"/>
                <a:sym typeface="맑은 고딕" charset="0"/>
              </a:rPr>
              <a:t>1</a:t>
            </a:r>
            <a:endParaRPr lang="ko-KR" altLang="en-US" sz="2800">
              <a:gradFill rotWithShape="1">
                <a:gsLst>
                  <a:gs pos="0">
                    <a:srgbClr val="00B1FF"/>
                  </a:gs>
                  <a:gs pos="100000">
                    <a:srgbClr val="63FFB1"/>
                  </a:gs>
                </a:gsLst>
                <a:lin ang="0"/>
              </a:gradFill>
              <a:latin typeface="페이퍼로지 7 Bold" charset="0"/>
              <a:ea typeface="페이퍼로지 7 Bold" charset="0"/>
              <a:sym typeface="맑은 고딕" charset="0"/>
            </a:endParaRPr>
          </a:p>
        </p:txBody>
      </p:sp>
      <p:sp>
        <p:nvSpPr>
          <p:cNvPr id="47" name="Rect 0"/>
          <p:cNvSpPr>
            <a:spLocks/>
          </p:cNvSpPr>
          <p:nvPr/>
        </p:nvSpPr>
        <p:spPr>
          <a:xfrm rot="10800000">
            <a:off x="1052830" y="2936875"/>
            <a:ext cx="4680585" cy="2880360"/>
          </a:xfrm>
          <a:prstGeom prst="rect"/>
          <a:noFill/>
          <a:ln w="6350" cap="flat" cmpd="sng">
            <a:gradFill rotWithShape="1">
              <a:gsLst>
                <a:gs pos="0">
                  <a:srgbClr val="00B1FF"/>
                </a:gs>
                <a:gs pos="100000">
                  <a:srgbClr val="63FFB1"/>
                </a:gs>
              </a:gsLst>
              <a:lin ang="5400000"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30" name="Rect 0"/>
          <p:cNvSpPr>
            <a:spLocks/>
          </p:cNvSpPr>
          <p:nvPr/>
        </p:nvSpPr>
        <p:spPr>
          <a:xfrm rot="10800000">
            <a:off x="7538720" y="2936875"/>
            <a:ext cx="3240405" cy="2880360"/>
          </a:xfrm>
          <a:prstGeom prst="rect"/>
          <a:noFill/>
          <a:ln w="6350" cap="flat" cmpd="sng">
            <a:gradFill rotWithShape="1">
              <a:gsLst>
                <a:gs pos="0">
                  <a:srgbClr val="00B1FF"/>
                </a:gs>
                <a:gs pos="100000">
                  <a:srgbClr val="63FFB1"/>
                </a:gs>
              </a:gsLst>
              <a:lin ang="5400000"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32" name="Rect 0"/>
          <p:cNvSpPr>
            <a:spLocks/>
          </p:cNvSpPr>
          <p:nvPr/>
        </p:nvSpPr>
        <p:spPr>
          <a:xfrm rot="0">
            <a:off x="2974340" y="1670050"/>
            <a:ext cx="6243955" cy="65595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lang="ko-KR" sz="1600">
                <a:solidFill>
                  <a:schemeClr val="bg1"/>
                </a:solidFill>
                <a:latin typeface="페이퍼로지 7 Bold" charset="0"/>
                <a:ea typeface="페이퍼로지 7 Bold" charset="0"/>
                <a:sym typeface="맑은 고딕" charset="0"/>
              </a:rPr>
              <a:t>기존 M</a:t>
            </a:r>
            <a:r>
              <a:rPr lang="ko-KR" sz="1600">
                <a:solidFill>
                  <a:schemeClr val="bg1"/>
                </a:solidFill>
                <a:latin typeface="페이퍼로지 7 Bold" charset="0"/>
                <a:ea typeface="페이퍼로지 7 Bold" charset="0"/>
                <a:sym typeface="맑은 고딕" charset="0"/>
              </a:rPr>
              <a:t>u</a:t>
            </a:r>
            <a:r>
              <a:rPr lang="ko-KR" sz="1600">
                <a:solidFill>
                  <a:schemeClr val="bg1"/>
                </a:solidFill>
                <a:latin typeface="페이퍼로지 7 Bold" charset="0"/>
                <a:ea typeface="페이퍼로지 7 Bold" charset="0"/>
                <a:sym typeface="맑은 고딕" charset="0"/>
              </a:rPr>
              <a:t>L</a:t>
            </a:r>
            <a:r>
              <a:rPr lang="ko-KR" sz="1600">
                <a:solidFill>
                  <a:schemeClr val="bg1"/>
                </a:solidFill>
                <a:latin typeface="페이퍼로지 7 Bold" charset="0"/>
                <a:ea typeface="페이퍼로지 7 Bold" charset="0"/>
                <a:sym typeface="맑은 고딕" charset="0"/>
              </a:rPr>
              <a:t>iN Build Test</a:t>
            </a:r>
            <a:r>
              <a:rPr lang="ko-KR" sz="1600">
                <a:solidFill>
                  <a:schemeClr val="bg1"/>
                </a:solidFill>
                <a:latin typeface="페이퍼로지 7 Bold" charset="0"/>
                <a:ea typeface="페이퍼로지 7 Bold" charset="0"/>
                <a:sym typeface="맑은 고딕" charset="0"/>
              </a:rPr>
              <a:t>를 </a:t>
            </a:r>
            <a:r>
              <a:rPr lang="ko-KR" sz="1600">
                <a:solidFill>
                  <a:schemeClr val="bg1"/>
                </a:solidFill>
                <a:latin typeface="페이퍼로지 7 Bold" charset="0"/>
                <a:ea typeface="페이퍼로지 7 Bold" charset="0"/>
                <a:sym typeface="맑은 고딕" charset="0"/>
              </a:rPr>
              <a:t>늘려가</a:t>
            </a:r>
            <a:r>
              <a:rPr lang="ko-KR" sz="1600">
                <a:solidFill>
                  <a:schemeClr val="bg1"/>
                </a:solidFill>
                <a:latin typeface="페이퍼로지 7 Bold" charset="0"/>
                <a:ea typeface="페이퍼로지 7 Bold" charset="0"/>
                <a:sym typeface="맑은 고딕" charset="0"/>
              </a:rPr>
              <a:t>는 </a:t>
            </a:r>
            <a:r>
              <a:rPr lang="ko-KR" sz="1600">
                <a:solidFill>
                  <a:schemeClr val="bg1"/>
                </a:solidFill>
                <a:latin typeface="페이퍼로지 7 Bold" charset="0"/>
                <a:ea typeface="페이퍼로지 7 Bold" charset="0"/>
                <a:sym typeface="맑은 고딕" charset="0"/>
              </a:rPr>
              <a:t>방</a:t>
            </a:r>
            <a:r>
              <a:rPr lang="ko-KR" sz="1600">
                <a:solidFill>
                  <a:schemeClr val="bg1"/>
                </a:solidFill>
                <a:latin typeface="페이퍼로지 7 Bold" charset="0"/>
                <a:ea typeface="페이퍼로지 7 Bold" charset="0"/>
                <a:sym typeface="맑은 고딕" charset="0"/>
              </a:rPr>
              <a:t>식</a:t>
            </a:r>
            <a:endParaRPr lang="ko-KR" altLang="en-US" sz="1600">
              <a:solidFill>
                <a:schemeClr val="bg1"/>
              </a:solidFill>
              <a:latin typeface="페이퍼로지 7 Bold" charset="0"/>
              <a:ea typeface="페이퍼로지 7 Bold" charset="0"/>
              <a:sym typeface="맑은 고딕" charset="0"/>
            </a:endParaRPr>
          </a:p>
          <a:p>
            <a:pPr marL="0" indent="0" rtl="0" algn="ctr" defTabSz="914400" eaLnBrk="1" latinLnBrk="1" hangingPunct="1">
              <a:buFontTx/>
              <a:buNone/>
            </a:pPr>
            <a:r>
              <a:rPr lang="ko-KR" sz="1600">
                <a:solidFill>
                  <a:schemeClr val="bg1"/>
                </a:solidFill>
                <a:latin typeface="페이퍼로지 7 Bold" charset="0"/>
                <a:ea typeface="페이퍼로지 7 Bold" charset="0"/>
                <a:sym typeface="맑은 고딕" charset="0"/>
              </a:rPr>
              <a:t>기존의 M</a:t>
            </a:r>
            <a:r>
              <a:rPr lang="ko-KR" sz="1600">
                <a:solidFill>
                  <a:schemeClr val="bg1"/>
                </a:solidFill>
                <a:latin typeface="페이퍼로지 7 Bold" charset="0"/>
                <a:ea typeface="페이퍼로지 7 Bold" charset="0"/>
                <a:sym typeface="맑은 고딕" charset="0"/>
              </a:rPr>
              <a:t>uLiN </a:t>
            </a:r>
            <a:r>
              <a:rPr lang="ko-KR" sz="1600">
                <a:solidFill>
                  <a:schemeClr val="bg1"/>
                </a:solidFill>
                <a:latin typeface="페이퍼로지 7 Bold" charset="0"/>
                <a:ea typeface="페이퍼로지 7 Bold" charset="0"/>
                <a:sym typeface="맑은 고딕" charset="0"/>
              </a:rPr>
              <a:t>프로젝트 </a:t>
            </a:r>
            <a:r>
              <a:rPr lang="ko-KR" sz="1600">
                <a:solidFill>
                  <a:schemeClr val="bg1"/>
                </a:solidFill>
                <a:latin typeface="페이퍼로지 7 Bold" charset="0"/>
                <a:ea typeface="페이퍼로지 7 Bold" charset="0"/>
                <a:sym typeface="맑은 고딕" charset="0"/>
              </a:rPr>
              <a:t>&amp; </a:t>
            </a:r>
            <a:r>
              <a:rPr lang="ko-KR" sz="1600">
                <a:solidFill>
                  <a:schemeClr val="bg1"/>
                </a:solidFill>
                <a:latin typeface="페이퍼로지 7 Bold" charset="0"/>
                <a:ea typeface="페이퍼로지 7 Bold" charset="0"/>
                <a:sym typeface="맑은 고딕" charset="0"/>
              </a:rPr>
              <a:t>신규 </a:t>
            </a:r>
            <a:r>
              <a:rPr lang="ko-KR" sz="1600">
                <a:solidFill>
                  <a:schemeClr val="bg1"/>
                </a:solidFill>
                <a:latin typeface="페이퍼로지 7 Bold" charset="0"/>
                <a:ea typeface="페이퍼로지 7 Bold" charset="0"/>
                <a:sym typeface="맑은 고딕" charset="0"/>
              </a:rPr>
              <a:t>버그</a:t>
            </a:r>
            <a:r>
              <a:rPr lang="ko-KR" sz="1600">
                <a:solidFill>
                  <a:schemeClr val="bg1"/>
                </a:solidFill>
                <a:latin typeface="페이퍼로지 7 Bold" charset="0"/>
                <a:ea typeface="페이퍼로지 7 Bold" charset="0"/>
                <a:sym typeface="맑은 고딕" charset="0"/>
              </a:rPr>
              <a:t>프로젝트를 </a:t>
            </a:r>
            <a:r>
              <a:rPr lang="ko-KR" sz="1600">
                <a:solidFill>
                  <a:schemeClr val="bg1"/>
                </a:solidFill>
                <a:latin typeface="페이퍼로지 7 Bold" charset="0"/>
                <a:ea typeface="페이퍼로지 7 Bold" charset="0"/>
                <a:sym typeface="맑은 고딕" charset="0"/>
              </a:rPr>
              <a:t>추가</a:t>
            </a:r>
            <a:r>
              <a:rPr lang="ko-KR" sz="1600">
                <a:solidFill>
                  <a:schemeClr val="bg1"/>
                </a:solidFill>
                <a:latin typeface="페이퍼로지 7 Bold" charset="0"/>
                <a:ea typeface="페이퍼로지 7 Bold" charset="0"/>
                <a:sym typeface="맑은 고딕" charset="0"/>
              </a:rPr>
              <a:t>해가며 </a:t>
            </a:r>
            <a:r>
              <a:rPr lang="ko-KR" sz="1600">
                <a:solidFill>
                  <a:schemeClr val="bg1"/>
                </a:solidFill>
                <a:latin typeface="페이퍼로지 7 Bold" charset="0"/>
                <a:ea typeface="페이퍼로지 7 Bold" charset="0"/>
                <a:sym typeface="맑은 고딕" charset="0"/>
              </a:rPr>
              <a:t>Build</a:t>
            </a:r>
            <a:r>
              <a:rPr lang="ko-KR" sz="1600">
                <a:solidFill>
                  <a:schemeClr val="bg1"/>
                </a:solidFill>
                <a:latin typeface="페이퍼로지 7 Bold" charset="0"/>
                <a:ea typeface="페이퍼로지 7 Bold" charset="0"/>
                <a:sym typeface="맑은 고딕" charset="0"/>
              </a:rPr>
              <a:t>를 </a:t>
            </a:r>
            <a:r>
              <a:rPr lang="ko-KR" sz="1600">
                <a:solidFill>
                  <a:schemeClr val="bg1"/>
                </a:solidFill>
                <a:latin typeface="페이퍼로지 7 Bold" charset="0"/>
                <a:ea typeface="페이퍼로지 7 Bold" charset="0"/>
                <a:sym typeface="맑은 고딕" charset="0"/>
              </a:rPr>
              <a:t>진</a:t>
            </a:r>
            <a:r>
              <a:rPr lang="ko-KR" sz="1600">
                <a:solidFill>
                  <a:schemeClr val="bg1"/>
                </a:solidFill>
                <a:latin typeface="페이퍼로지 7 Bold" charset="0"/>
                <a:ea typeface="페이퍼로지 7 Bold" charset="0"/>
                <a:sym typeface="맑은 고딕" charset="0"/>
              </a:rPr>
              <a:t>행</a:t>
            </a:r>
            <a:endParaRPr lang="ko-KR" altLang="en-US" sz="1600">
              <a:solidFill>
                <a:schemeClr val="bg1"/>
              </a:solidFill>
              <a:latin typeface="페이퍼로지 7 Bold" charset="0"/>
              <a:ea typeface="페이퍼로지 7 Bold" charset="0"/>
              <a:sym typeface="맑은 고딕" charset="0"/>
            </a:endParaRPr>
          </a:p>
        </p:txBody>
      </p:sp>
      <p:sp>
        <p:nvSpPr>
          <p:cNvPr id="106" name="Rect 0"/>
          <p:cNvSpPr txBox="1">
            <a:spLocks/>
          </p:cNvSpPr>
          <p:nvPr/>
        </p:nvSpPr>
        <p:spPr>
          <a:xfrm rot="0">
            <a:off x="8009255" y="4055745"/>
            <a:ext cx="2299970" cy="687705"/>
          </a:xfrm>
          <a:prstGeom prst="rect"/>
          <a:noFill/>
        </p:spPr>
        <p:txBody>
          <a:bodyPr wrap="none" lIns="91440" tIns="45720" rIns="91440" bIns="45720" vert="horz" anchor="t">
            <a:spAutoFit/>
          </a:bodyPr>
          <a:lstStyle/>
          <a:p>
            <a:pPr marL="0" indent="0" rtl="0" algn="l" defTabSz="914400" eaLnBrk="1" latinLnBrk="1" hangingPunct="1">
              <a:buFontTx/>
              <a:buNone/>
            </a:pPr>
            <a:r>
              <a:rPr sz="900">
                <a:solidFill>
                  <a:schemeClr val="bg1"/>
                </a:solidFill>
                <a:latin typeface="페이퍼로지 6 SemiBold" charset="0"/>
                <a:ea typeface="페이퍼로지 6 SemiBold" charset="0"/>
                <a:sym typeface="맑은 고딕" charset="0"/>
              </a:rPr>
              <a:t>•  양사 보유 국내 / 해외 영업 Network 공유</a:t>
            </a:r>
            <a:endParaRPr lang="ko-KR" altLang="en-US" sz="900">
              <a:solidFill>
                <a:schemeClr val="bg1"/>
              </a:solidFill>
              <a:latin typeface="페이퍼로지 6 SemiBold" charset="0"/>
              <a:ea typeface="페이퍼로지 6 SemiBold" charset="0"/>
              <a:sym typeface="맑은 고딕" charset="0"/>
            </a:endParaRPr>
          </a:p>
          <a:p>
            <a:pPr marL="0" indent="0" rtl="0" algn="l" defTabSz="914400" eaLnBrk="1" latinLnBrk="1" hangingPunct="1">
              <a:buFontTx/>
              <a:buNone/>
            </a:pPr>
            <a:r>
              <a:rPr sz="900">
                <a:solidFill>
                  <a:schemeClr val="bg1"/>
                </a:solidFill>
                <a:latin typeface="페이퍼로지 6 SemiBold" charset="0"/>
                <a:ea typeface="페이퍼로지 6 SemiBold" charset="0"/>
                <a:sym typeface="맑은 고딕" charset="0"/>
              </a:rPr>
              <a:t>•  각사 고객 대상 Cross-selling Point 도출</a:t>
            </a:r>
            <a:endParaRPr lang="ko-KR" altLang="en-US" sz="900">
              <a:solidFill>
                <a:schemeClr val="bg1"/>
              </a:solidFill>
              <a:latin typeface="페이퍼로지 6 SemiBold" charset="0"/>
              <a:ea typeface="페이퍼로지 6 SemiBold" charset="0"/>
              <a:sym typeface="맑은 고딕" charset="0"/>
            </a:endParaRPr>
          </a:p>
          <a:p>
            <a:pPr marL="0" indent="0" rtl="0" algn="l" defTabSz="914400" eaLnBrk="1" latinLnBrk="1" hangingPunct="1">
              <a:buFontTx/>
              <a:buNone/>
            </a:pPr>
            <a:r>
              <a:rPr sz="900">
                <a:solidFill>
                  <a:schemeClr val="bg1"/>
                </a:solidFill>
                <a:latin typeface="페이퍼로지 6 SemiBold" charset="0"/>
                <a:ea typeface="페이퍼로지 6 SemiBold" charset="0"/>
                <a:sym typeface="맑은 고딕" charset="0"/>
              </a:rPr>
              <a:t>•  주요고객 대상 공동영업 활성화</a:t>
            </a:r>
            <a:endParaRPr lang="ko-KR" altLang="en-US" sz="900">
              <a:solidFill>
                <a:schemeClr val="bg1"/>
              </a:solidFill>
              <a:latin typeface="페이퍼로지 6 SemiBold" charset="0"/>
              <a:ea typeface="페이퍼로지 6 SemiBold" charset="0"/>
              <a:sym typeface="맑은 고딕" charset="0"/>
            </a:endParaRPr>
          </a:p>
        </p:txBody>
      </p:sp>
      <p:sp>
        <p:nvSpPr>
          <p:cNvPr id="107" name="Rect 0"/>
          <p:cNvSpPr>
            <a:spLocks/>
          </p:cNvSpPr>
          <p:nvPr/>
        </p:nvSpPr>
        <p:spPr>
          <a:xfrm rot="0">
            <a:off x="6059805" y="3947795"/>
            <a:ext cx="1153160" cy="1153160"/>
          </a:xfrm>
          <a:custGeom>
            <a:gdLst>
              <a:gd fmla="*/ 721519 w 1152526" name="TX0"/>
              <a:gd fmla="*/ 235744 h 1152526" name="TY0"/>
              <a:gd fmla="*/ 7144 w 1152526" name="TX1"/>
              <a:gd fmla="*/ 235744 h 1152526" name="TY1"/>
              <a:gd fmla="*/ 7144 w 1152526" name="TX2"/>
              <a:gd fmla="*/ 921544 h 1152526" name="TY2"/>
              <a:gd fmla="*/ 721519 w 1152526" name="TX3"/>
              <a:gd fmla="*/ 921544 h 1152526" name="TY3"/>
              <a:gd fmla="*/ 721519 w 1152526" name="TX4"/>
              <a:gd fmla="*/ 1150144 h 1152526" name="TY4"/>
              <a:gd fmla="*/ 1150144 w 1152526" name="TX5"/>
              <a:gd fmla="*/ 578644 h 1152526" name="TY5"/>
              <a:gd fmla="*/ 721519 w 1152526" name="TX6"/>
              <a:gd fmla="*/ 7144 h 1152526" name="TY6"/>
              <a:gd fmla="*/ 721519 w 1152526" name="TX7"/>
              <a:gd fmla="*/ 235744 h 1152526" name="TY7"/>
            </a:gdLst>
            <a:cxnLst>
              <a:cxn ang="0">
                <a:pos x="TX0" y="TY0"/>
              </a:cxn>
              <a:cxn ang="0">
                <a:pos x="TX1" y="TY1"/>
              </a:cxn>
              <a:cxn ang="0">
                <a:pos x="TX2" y="TY2"/>
              </a:cxn>
              <a:cxn ang="0">
                <a:pos x="TX3" y="TY3"/>
              </a:cxn>
              <a:cxn ang="0">
                <a:pos x="TX4" y="TY4"/>
              </a:cxn>
              <a:cxn ang="0">
                <a:pos x="TX5" y="TY5"/>
              </a:cxn>
              <a:cxn ang="0">
                <a:pos x="TX6" y="TY6"/>
              </a:cxn>
              <a:cxn ang="0">
                <a:pos x="TX7" y="TY7"/>
              </a:cxn>
            </a:cxnLst>
            <a:rect l="l" t="t" r="r" b="b"/>
            <a:pathLst>
              <a:path w="1152526" h="1152526">
                <a:moveTo>
                  <a:pt x="721519" y="235744"/>
                </a:moveTo>
                <a:lnTo>
                  <a:pt x="7144" y="235744"/>
                </a:lnTo>
                <a:lnTo>
                  <a:pt x="7144" y="921544"/>
                </a:lnTo>
                <a:lnTo>
                  <a:pt x="721519" y="921544"/>
                </a:lnTo>
                <a:lnTo>
                  <a:pt x="721519" y="1150144"/>
                </a:lnTo>
                <a:lnTo>
                  <a:pt x="1150144" y="578644"/>
                </a:lnTo>
                <a:lnTo>
                  <a:pt x="721519" y="7144"/>
                </a:lnTo>
                <a:lnTo>
                  <a:pt x="721519" y="235744"/>
                </a:lnTo>
                <a:close/>
              </a:path>
            </a:pathLst>
          </a:custGeom>
          <a:gradFill rotWithShape="1">
            <a:gsLst>
              <a:gs pos="0">
                <a:srgbClr val="2F3645">
                  <a:alpha val="0"/>
                </a:srgbClr>
              </a:gs>
              <a:gs pos="100000">
                <a:srgbClr val="63FFB1"/>
              </a:gs>
            </a:gsLst>
            <a:lin ang="0"/>
          </a:gradFill>
          <a:ln>
            <a:noFill/>
            <a:prstDash/>
          </a:ln>
        </p:spPr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1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cxnSp>
        <p:nvCxnSpPr>
          <p:cNvPr id="129" name="Rect 0"/>
          <p:cNvCxnSpPr>
            <a:cxnSpLocks/>
          </p:cNvCxnSpPr>
          <p:nvPr/>
        </p:nvCxnSpPr>
        <p:spPr>
          <a:xfrm rot="0">
            <a:off x="1233170" y="4519295"/>
            <a:ext cx="4320540" cy="635"/>
          </a:xfrm>
          <a:prstGeom prst="line"/>
          <a:ln w="6350" cap="flat" cmpd="sng">
            <a:solidFill>
              <a:srgbClr val="63FFB1">
                <a:alpha val="100000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Picture "/>
          <p:cNvPicPr>
            <a:picLocks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052830" y="2675255"/>
            <a:ext cx="4680585" cy="267335"/>
          </a:xfrm>
          <a:prstGeom prst="rect"/>
          <a:noFill/>
        </p:spPr>
      </p:pic>
      <p:pic>
        <p:nvPicPr>
          <p:cNvPr id="40" name="Picture "/>
          <p:cNvPicPr>
            <a:picLocks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7538720" y="2675255"/>
            <a:ext cx="3240405" cy="267335"/>
          </a:xfrm>
          <a:prstGeom prst="rect"/>
          <a:noFill/>
        </p:spPr>
      </p:pic>
      <p:sp>
        <p:nvSpPr>
          <p:cNvPr id="45" name="Rect 0"/>
          <p:cNvSpPr txBox="1">
            <a:spLocks/>
          </p:cNvSpPr>
          <p:nvPr/>
        </p:nvSpPr>
        <p:spPr>
          <a:xfrm rot="0">
            <a:off x="11747500" y="6520815"/>
            <a:ext cx="323215" cy="215900"/>
          </a:xfrm>
          <a:prstGeom prst="rect"/>
          <a:noFill/>
        </p:spPr>
        <p:txBody>
          <a:bodyPr wrap="none" lIns="91440" tIns="45720" rIns="91440" bIns="45720" vert="horz" anchor="t">
            <a:spAutoFit/>
          </a:bodyPr>
          <a:lstStyle/>
          <a:p>
            <a:pPr marL="0" indent="0" rtl="0" algn="r" defTabSz="914400" eaLnBrk="1" latinLnBrk="1" hangingPunct="1">
              <a:buFontTx/>
              <a:buNone/>
            </a:pPr>
            <a:r>
              <a:rPr sz="800">
                <a:solidFill>
                  <a:srgbClr val="89909F"/>
                </a:solidFill>
                <a:latin typeface="페이퍼로지 6 SemiBold" charset="0"/>
                <a:ea typeface="페이퍼로지 6 SemiBold" charset="0"/>
                <a:sym typeface="맑은 고딕" charset="0"/>
              </a:rPr>
              <a:t>16</a:t>
            </a:r>
            <a:endParaRPr lang="ko-KR" altLang="en-US" sz="800">
              <a:solidFill>
                <a:srgbClr val="89909F"/>
              </a:solidFill>
              <a:latin typeface="페이퍼로지 6 SemiBold" charset="0"/>
              <a:ea typeface="페이퍼로지 6 SemiBold" charset="0"/>
              <a:sym typeface="맑은 고딕" charset="0"/>
            </a:endParaRPr>
          </a:p>
        </p:txBody>
      </p:sp>
      <p:sp>
        <p:nvSpPr>
          <p:cNvPr id="134" name="도형 1"/>
          <p:cNvSpPr>
            <a:spLocks/>
          </p:cNvSpPr>
          <p:nvPr/>
        </p:nvSpPr>
        <p:spPr>
          <a:xfrm rot="0">
            <a:off x="1371600" y="3434715"/>
            <a:ext cx="3654425" cy="37401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rtl="0" algn="l" defTabSz="914400" eaLnBrk="1" latinLnBrk="1" hangingPunct="1">
              <a:buFontTx/>
              <a:buNone/>
            </a:pPr>
            <a:r>
              <a:rPr sz="1600">
                <a:solidFill>
                  <a:schemeClr val="bg1"/>
                </a:solidFill>
                <a:latin typeface="페이퍼로지 6 SemiBold" charset="0"/>
                <a:ea typeface="페이퍼로지 6 SemiBold" charset="0"/>
                <a:sym typeface="맑은 고딕" charset="0"/>
              </a:rPr>
              <a:t>•</a:t>
            </a:r>
            <a:r>
              <a:rPr lang="ko-KR" sz="1600">
                <a:solidFill>
                  <a:schemeClr val="bg1"/>
                </a:solidFill>
                <a:latin typeface="페이퍼로지 6 SemiBold" charset="0"/>
                <a:ea typeface="페이퍼로지 6 SemiBold" charset="0"/>
                <a:sym typeface="맑은 고딕" charset="0"/>
              </a:rPr>
              <a:t> </a:t>
            </a:r>
            <a:r>
              <a:rPr lang="ko-KR" sz="1600">
                <a:solidFill>
                  <a:schemeClr val="bg1"/>
                </a:solidFill>
                <a:latin typeface="페이퍼로지 6 SemiBold" charset="0"/>
                <a:ea typeface="페이퍼로지 6 SemiBold" charset="0"/>
                <a:sym typeface="맑은 고딕" charset="0"/>
              </a:rPr>
              <a:t>개</a:t>
            </a:r>
            <a:r>
              <a:rPr lang="ko-KR" sz="1600">
                <a:solidFill>
                  <a:schemeClr val="bg1"/>
                </a:solidFill>
                <a:latin typeface="페이퍼로지 6 SemiBold" charset="0"/>
                <a:ea typeface="페이퍼로지 6 SemiBold" charset="0"/>
                <a:sym typeface="맑은 고딕" charset="0"/>
              </a:rPr>
              <a:t>별 프로젝트 </a:t>
            </a:r>
            <a:r>
              <a:rPr lang="ko-KR" sz="1600">
                <a:solidFill>
                  <a:schemeClr val="bg1"/>
                </a:solidFill>
                <a:latin typeface="페이퍼로지 6 SemiBold" charset="0"/>
                <a:ea typeface="페이퍼로지 6 SemiBold" charset="0"/>
                <a:sym typeface="맑은 고딕" charset="0"/>
              </a:rPr>
              <a:t>Tes</a:t>
            </a:r>
            <a:r>
              <a:rPr lang="ko-KR" sz="1600">
                <a:solidFill>
                  <a:schemeClr val="bg1"/>
                </a:solidFill>
                <a:latin typeface="페이퍼로지 6 SemiBold" charset="0"/>
                <a:ea typeface="페이퍼로지 6 SemiBold" charset="0"/>
                <a:sym typeface="맑은 고딕" charset="0"/>
              </a:rPr>
              <a:t>t간 </a:t>
            </a:r>
            <a:r>
              <a:rPr lang="ko-KR" sz="1600">
                <a:solidFill>
                  <a:schemeClr val="bg1"/>
                </a:solidFill>
                <a:latin typeface="페이퍼로지 6 SemiBold" charset="0"/>
                <a:ea typeface="페이퍼로지 6 SemiBold" charset="0"/>
                <a:sym typeface="맑은 고딕" charset="0"/>
              </a:rPr>
              <a:t>Build</a:t>
            </a:r>
            <a:r>
              <a:rPr lang="ko-KR" sz="1600">
                <a:solidFill>
                  <a:schemeClr val="bg1"/>
                </a:solidFill>
                <a:latin typeface="페이퍼로지 6 SemiBold" charset="0"/>
                <a:ea typeface="페이퍼로지 6 SemiBold" charset="0"/>
                <a:sym typeface="맑은 고딕" charset="0"/>
              </a:rPr>
              <a:t>에러 </a:t>
            </a:r>
            <a:r>
              <a:rPr lang="ko-KR" sz="1600">
                <a:solidFill>
                  <a:schemeClr val="bg1"/>
                </a:solidFill>
                <a:latin typeface="페이퍼로지 6 SemiBold" charset="0"/>
                <a:ea typeface="페이퍼로지 6 SemiBold" charset="0"/>
                <a:sym typeface="맑은 고딕" charset="0"/>
              </a:rPr>
              <a:t>발</a:t>
            </a:r>
            <a:r>
              <a:rPr lang="ko-KR" sz="1600">
                <a:solidFill>
                  <a:schemeClr val="bg1"/>
                </a:solidFill>
                <a:latin typeface="페이퍼로지 6 SemiBold" charset="0"/>
                <a:ea typeface="페이퍼로지 6 SemiBold" charset="0"/>
                <a:sym typeface="맑은 고딕" charset="0"/>
              </a:rPr>
              <a:t>생 시</a:t>
            </a:r>
            <a:endParaRPr lang="ko-KR" altLang="en-US" sz="1600">
              <a:solidFill>
                <a:schemeClr val="bg1"/>
              </a:solidFill>
              <a:latin typeface="페이퍼로지 6 SemiBold" charset="0"/>
              <a:ea typeface="페이퍼로지 6 SemiBold" charset="0"/>
              <a:sym typeface="맑은 고딕" charset="0"/>
            </a:endParaRPr>
          </a:p>
        </p:txBody>
      </p:sp>
      <p:sp>
        <p:nvSpPr>
          <p:cNvPr id="135" name="도형 2"/>
          <p:cNvSpPr>
            <a:spLocks/>
          </p:cNvSpPr>
          <p:nvPr/>
        </p:nvSpPr>
        <p:spPr>
          <a:xfrm rot="0">
            <a:off x="1379855" y="4638040"/>
            <a:ext cx="2058035" cy="65595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rtl="0" algn="l" defTabSz="914400" eaLnBrk="1" latinLnBrk="1" hangingPunct="1">
              <a:buFontTx/>
              <a:buNone/>
            </a:pPr>
            <a:r>
              <a:rPr sz="1600">
                <a:solidFill>
                  <a:schemeClr val="bg1"/>
                </a:solidFill>
                <a:latin typeface="페이퍼로지 6 SemiBold" charset="0"/>
                <a:ea typeface="페이퍼로지 6 SemiBold" charset="0"/>
                <a:sym typeface="맑은 고딕" charset="0"/>
              </a:rPr>
              <a:t>•</a:t>
            </a:r>
            <a:r>
              <a:rPr lang="ko-KR" sz="1600">
                <a:solidFill>
                  <a:schemeClr val="bg1"/>
                </a:solidFill>
                <a:latin typeface="페이퍼로지 6 SemiBold" charset="0"/>
                <a:ea typeface="페이퍼로지 6 SemiBold" charset="0"/>
                <a:sym typeface="맑은 고딕" charset="0"/>
              </a:rPr>
              <a:t> 프로젝트 </a:t>
            </a:r>
            <a:r>
              <a:rPr lang="ko-KR" sz="1600">
                <a:solidFill>
                  <a:schemeClr val="bg1"/>
                </a:solidFill>
                <a:latin typeface="페이퍼로지 6 SemiBold" charset="0"/>
                <a:ea typeface="페이퍼로지 6 SemiBold" charset="0"/>
                <a:sym typeface="맑은 고딕" charset="0"/>
              </a:rPr>
              <a:t>재사</a:t>
            </a:r>
            <a:r>
              <a:rPr lang="ko-KR" sz="1600">
                <a:solidFill>
                  <a:schemeClr val="bg1"/>
                </a:solidFill>
                <a:latin typeface="페이퍼로지 6 SemiBold" charset="0"/>
                <a:ea typeface="페이퍼로지 6 SemiBold" charset="0"/>
                <a:sym typeface="맑은 고딕" charset="0"/>
              </a:rPr>
              <a:t>용 제한.</a:t>
            </a:r>
            <a:endParaRPr lang="ko-KR" altLang="en-US" sz="1600">
              <a:solidFill>
                <a:schemeClr val="bg1"/>
              </a:solidFill>
              <a:latin typeface="페이퍼로지 6 SemiBold" charset="0"/>
              <a:ea typeface="페이퍼로지 6 SemiBold" charset="0"/>
              <a:sym typeface="맑은 고딕" charset="0"/>
            </a:endParaRPr>
          </a:p>
          <a:p>
            <a:pPr marL="0" indent="0" rtl="0" algn="l" defTabSz="914400" eaLnBrk="1" latinLnBrk="1" hangingPunct="1">
              <a:buFontTx/>
              <a:buNone/>
            </a:pPr>
            <a:r>
              <a:rPr sz="1600">
                <a:solidFill>
                  <a:schemeClr val="bg1"/>
                </a:solidFill>
                <a:latin typeface="페이퍼로지 6 SemiBold" charset="0"/>
                <a:ea typeface="페이퍼로지 6 SemiBold" charset="0"/>
                <a:sym typeface="맑은 고딕" charset="0"/>
              </a:rPr>
              <a:t>•</a:t>
            </a:r>
            <a:r>
              <a:rPr lang="ko-KR" sz="1600">
                <a:solidFill>
                  <a:schemeClr val="bg1"/>
                </a:solidFill>
                <a:latin typeface="페이퍼로지 6 SemiBold" charset="0"/>
                <a:ea typeface="페이퍼로지 6 SemiBold" charset="0"/>
                <a:sym typeface="맑은 고딕" charset="0"/>
              </a:rPr>
              <a:t> </a:t>
            </a:r>
            <a:endParaRPr lang="ko-KR" altLang="en-US" sz="1600">
              <a:solidFill>
                <a:schemeClr val="bg1"/>
              </a:solidFill>
              <a:latin typeface="페이퍼로지 7 Bold" charset="0"/>
              <a:ea typeface="페이퍼로지 7 Bold" charset="0"/>
              <a:sym typeface="맑은 고딕" charset="0"/>
            </a:endParaRPr>
          </a:p>
        </p:txBody>
      </p:sp>
      <p:sp>
        <p:nvSpPr>
          <p:cNvPr id="136" name="도형 3"/>
          <p:cNvSpPr>
            <a:spLocks/>
          </p:cNvSpPr>
          <p:nvPr/>
        </p:nvSpPr>
        <p:spPr>
          <a:xfrm rot="0">
            <a:off x="1913890" y="3868420"/>
            <a:ext cx="3470275" cy="374015"/>
          </a:xfrm>
          <a:prstGeom prst="rect"/>
        </p:spPr>
        <p:txBody>
          <a:bodyPr wrap="none" lIns="91440" tIns="45720" rIns="91440" bIns="45720" vert="horz" anchor="t">
            <a:spAutoFit/>
          </a:bodyPr>
          <a:lstStyle/>
          <a:p>
            <a:pPr marL="0" indent="0" rtl="0" algn="l" defTabSz="914400" eaLnBrk="1" latinLnBrk="1" hangingPunct="1">
              <a:buFontTx/>
              <a:buNone/>
            </a:pPr>
            <a:r>
              <a:rPr lang="ko-KR" sz="1600">
                <a:solidFill>
                  <a:schemeClr val="bg1"/>
                </a:solidFill>
                <a:latin typeface="페이퍼로지 6 SemiBold" charset="0"/>
                <a:ea typeface="페이퍼로지 6 SemiBold" charset="0"/>
                <a:sym typeface="맑은 고딕" charset="0"/>
              </a:rPr>
              <a:t>R</a:t>
            </a:r>
            <a:r>
              <a:rPr lang="ko-KR" sz="1600">
                <a:solidFill>
                  <a:schemeClr val="bg1"/>
                </a:solidFill>
                <a:latin typeface="페이퍼로지 6 SemiBold" charset="0"/>
                <a:ea typeface="페이퍼로지 6 SemiBold" charset="0"/>
                <a:sym typeface="맑은 고딕" charset="0"/>
              </a:rPr>
              <a:t>ed</a:t>
            </a:r>
            <a:r>
              <a:rPr lang="ko-KR" sz="1600">
                <a:solidFill>
                  <a:schemeClr val="bg1"/>
                </a:solidFill>
                <a:latin typeface="페이퍼로지 6 SemiBold" charset="0"/>
                <a:ea typeface="페이퍼로지 6 SemiBold" charset="0"/>
                <a:sym typeface="맑은 고딕" charset="0"/>
              </a:rPr>
              <a:t>m</a:t>
            </a:r>
            <a:r>
              <a:rPr lang="ko-KR" sz="1600">
                <a:solidFill>
                  <a:schemeClr val="bg1"/>
                </a:solidFill>
                <a:latin typeface="페이퍼로지 6 SemiBold" charset="0"/>
                <a:ea typeface="페이퍼로지 6 SemiBold" charset="0"/>
                <a:sym typeface="맑은 고딕" charset="0"/>
              </a:rPr>
              <a:t>ine</a:t>
            </a:r>
            <a:r>
              <a:rPr lang="ko-KR" sz="1600">
                <a:solidFill>
                  <a:schemeClr val="bg1"/>
                </a:solidFill>
                <a:latin typeface="페이퍼로지 6 SemiBold" charset="0"/>
                <a:ea typeface="페이퍼로지 6 SemiBold" charset="0"/>
                <a:sym typeface="맑은 고딕" charset="0"/>
              </a:rPr>
              <a:t>에 </a:t>
            </a:r>
            <a:r>
              <a:rPr lang="ko-KR" sz="1600">
                <a:solidFill>
                  <a:schemeClr val="bg1"/>
                </a:solidFill>
                <a:latin typeface="페이퍼로지 6 SemiBold" charset="0"/>
                <a:ea typeface="페이퍼로지 6 SemiBold" charset="0"/>
                <a:sym typeface="맑은 고딕" charset="0"/>
              </a:rPr>
              <a:t>프로젝트</a:t>
            </a:r>
            <a:r>
              <a:rPr lang="ko-KR" sz="1600">
                <a:solidFill>
                  <a:schemeClr val="bg1"/>
                </a:solidFill>
                <a:latin typeface="페이퍼로지 6 SemiBold" charset="0"/>
                <a:ea typeface="페이퍼로지 6 SemiBold" charset="0"/>
                <a:sym typeface="맑은 고딕" charset="0"/>
              </a:rPr>
              <a:t>와 </a:t>
            </a:r>
            <a:r>
              <a:rPr lang="ko-KR" sz="1600">
                <a:solidFill>
                  <a:schemeClr val="bg1"/>
                </a:solidFill>
                <a:latin typeface="페이퍼로지 6 SemiBold" charset="0"/>
                <a:ea typeface="페이퍼로지 6 SemiBold" charset="0"/>
                <a:sym typeface="맑은 고딕" charset="0"/>
              </a:rPr>
              <a:t>함</a:t>
            </a:r>
            <a:r>
              <a:rPr lang="ko-KR" sz="1600">
                <a:solidFill>
                  <a:schemeClr val="bg1"/>
                </a:solidFill>
                <a:latin typeface="페이퍼로지 6 SemiBold" charset="0"/>
                <a:ea typeface="페이퍼로지 6 SemiBold" charset="0"/>
                <a:sym typeface="맑은 고딕" charset="0"/>
              </a:rPr>
              <a:t>께 </a:t>
            </a:r>
            <a:r>
              <a:rPr lang="ko-KR" sz="1600">
                <a:solidFill>
                  <a:schemeClr val="bg1"/>
                </a:solidFill>
                <a:latin typeface="페이퍼로지 6 SemiBold" charset="0"/>
                <a:ea typeface="페이퍼로지 6 SemiBold" charset="0"/>
                <a:sym typeface="맑은 고딕" charset="0"/>
              </a:rPr>
              <a:t>이</a:t>
            </a:r>
            <a:r>
              <a:rPr lang="ko-KR" sz="1600">
                <a:solidFill>
                  <a:schemeClr val="bg1"/>
                </a:solidFill>
                <a:latin typeface="페이퍼로지 6 SemiBold" charset="0"/>
                <a:ea typeface="페이퍼로지 6 SemiBold" charset="0"/>
                <a:sym typeface="맑은 고딕" charset="0"/>
              </a:rPr>
              <a:t>슈 </a:t>
            </a:r>
            <a:r>
              <a:rPr lang="ko-KR" sz="1600">
                <a:solidFill>
                  <a:schemeClr val="bg1"/>
                </a:solidFill>
                <a:latin typeface="페이퍼로지 6 SemiBold" charset="0"/>
                <a:ea typeface="페이퍼로지 6 SemiBold" charset="0"/>
                <a:sym typeface="맑은 고딕" charset="0"/>
              </a:rPr>
              <a:t>등</a:t>
            </a:r>
            <a:r>
              <a:rPr lang="ko-KR" sz="1600">
                <a:solidFill>
                  <a:schemeClr val="bg1"/>
                </a:solidFill>
                <a:latin typeface="페이퍼로지 6 SemiBold" charset="0"/>
                <a:ea typeface="페이퍼로지 6 SemiBold" charset="0"/>
                <a:sym typeface="맑은 고딕" charset="0"/>
              </a:rPr>
              <a:t>록</a:t>
            </a:r>
            <a:endParaRPr lang="ko-KR" altLang="en-US" sz="1600">
              <a:solidFill>
                <a:schemeClr val="bg1"/>
              </a:solidFill>
              <a:latin typeface="페이퍼로지 6 SemiBold" charset="0"/>
              <a:ea typeface="페이퍼로지 6 SemiBold" charset="0"/>
              <a:sym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 0"/>
          <p:cNvSpPr>
            <a:spLocks/>
          </p:cNvSpPr>
          <p:nvPr/>
        </p:nvSpPr>
        <p:spPr>
          <a:xfrm rot="10800000">
            <a:off x="1043940" y="2936875"/>
            <a:ext cx="4681220" cy="2880995"/>
          </a:xfrm>
          <a:prstGeom prst="rect"/>
          <a:solidFill>
            <a:srgbClr val="1B2231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28" name="Rect 0"/>
          <p:cNvSpPr>
            <a:spLocks/>
          </p:cNvSpPr>
          <p:nvPr/>
        </p:nvSpPr>
        <p:spPr>
          <a:xfrm rot="10800000">
            <a:off x="7538720" y="2936875"/>
            <a:ext cx="3241040" cy="2880995"/>
          </a:xfrm>
          <a:prstGeom prst="rect"/>
          <a:solidFill>
            <a:srgbClr val="1B2231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30" name="Rect 0"/>
          <p:cNvSpPr>
            <a:spLocks/>
          </p:cNvSpPr>
          <p:nvPr/>
        </p:nvSpPr>
        <p:spPr>
          <a:xfrm rot="10800000">
            <a:off x="1052830" y="2934335"/>
            <a:ext cx="4681220" cy="289560"/>
          </a:xfrm>
          <a:prstGeom prst="rect"/>
          <a:solidFill>
            <a:srgbClr val="111827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31" name="Rect 0"/>
          <p:cNvSpPr txBox="1">
            <a:spLocks/>
          </p:cNvSpPr>
          <p:nvPr/>
        </p:nvSpPr>
        <p:spPr>
          <a:xfrm rot="0">
            <a:off x="3063875" y="2955290"/>
            <a:ext cx="659130" cy="339090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lang="ko-KR" sz="1600">
                <a:solidFill>
                  <a:srgbClr val="63FFB1"/>
                </a:solidFill>
                <a:latin typeface="페이퍼로지 6 SemiBold" charset="0"/>
                <a:ea typeface="페이퍼로지 6 SemiBold" charset="0"/>
              </a:rPr>
              <a:t>기존</a:t>
            </a:r>
            <a:r>
              <a:rPr lang="ko-KR" sz="1600">
                <a:solidFill>
                  <a:srgbClr val="63FFB1"/>
                </a:solidFill>
                <a:latin typeface="페이퍼로지 6 SemiBold" charset="0"/>
                <a:ea typeface="페이퍼로지 6 SemiBold" charset="0"/>
              </a:rPr>
              <a:t> </a:t>
            </a:r>
            <a:r>
              <a:rPr lang="ko-KR" sz="1600">
                <a:solidFill>
                  <a:srgbClr val="63FFB1"/>
                </a:solidFill>
                <a:latin typeface="페이퍼로지 6 SemiBold" charset="0"/>
                <a:ea typeface="페이퍼로지 6 SemiBold" charset="0"/>
              </a:rPr>
              <a:t>방식</a:t>
            </a:r>
            <a:endParaRPr lang="ko-KR" altLang="en-US" sz="1600">
              <a:solidFill>
                <a:srgbClr val="63FFB1"/>
              </a:solidFill>
              <a:latin typeface="페이퍼로지 6 SemiBold" charset="0"/>
              <a:ea typeface="페이퍼로지 6 SemiBold" charset="0"/>
            </a:endParaRPr>
          </a:p>
        </p:txBody>
      </p:sp>
      <p:sp>
        <p:nvSpPr>
          <p:cNvPr id="132" name="Rect 0"/>
          <p:cNvSpPr>
            <a:spLocks/>
          </p:cNvSpPr>
          <p:nvPr/>
        </p:nvSpPr>
        <p:spPr>
          <a:xfrm rot="10800000">
            <a:off x="7538720" y="2934335"/>
            <a:ext cx="3241040" cy="289560"/>
          </a:xfrm>
          <a:prstGeom prst="rect"/>
          <a:solidFill>
            <a:srgbClr val="111827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33" name="Rect 0"/>
          <p:cNvSpPr txBox="1">
            <a:spLocks/>
          </p:cNvSpPr>
          <p:nvPr/>
        </p:nvSpPr>
        <p:spPr>
          <a:xfrm rot="0">
            <a:off x="8729980" y="2955290"/>
            <a:ext cx="859155" cy="339090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lang="ko-KR" sz="1600">
                <a:solidFill>
                  <a:srgbClr val="63FFB1"/>
                </a:solidFill>
                <a:latin typeface="페이퍼로지 6 SemiBold" charset="0"/>
                <a:ea typeface="페이퍼로지 6 SemiBold" charset="0"/>
              </a:rPr>
              <a:t>Build Test </a:t>
            </a:r>
            <a:endParaRPr lang="ko-KR" altLang="en-US" sz="1600">
              <a:solidFill>
                <a:srgbClr val="63FFB1"/>
              </a:solidFill>
              <a:latin typeface="페이퍼로지 6 SemiBold" charset="0"/>
              <a:ea typeface="페이퍼로지 6 SemiBold" charset="0"/>
            </a:endParaRPr>
          </a:p>
        </p:txBody>
      </p:sp>
      <p:sp>
        <p:nvSpPr>
          <p:cNvPr id="2" name="Rect 0"/>
          <p:cNvSpPr txBox="1">
            <a:spLocks/>
          </p:cNvSpPr>
          <p:nvPr/>
        </p:nvSpPr>
        <p:spPr>
          <a:xfrm rot="0">
            <a:off x="280670" y="420370"/>
            <a:ext cx="1475105" cy="277495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 rtl="0" algn="l" defTabSz="914400" eaLnBrk="1" latinLnBrk="1" hangingPunct="1">
              <a:buFontTx/>
              <a:buNone/>
            </a:pPr>
            <a:r>
              <a:rPr sz="1200">
                <a:solidFill>
                  <a:srgbClr val="00B1FF"/>
                </a:solidFill>
                <a:latin typeface="페이퍼로지 7 Bold" charset="0"/>
                <a:ea typeface="페이퍼로지 7 Bold" charset="0"/>
              </a:rPr>
              <a:t>02 </a:t>
            </a:r>
            <a:r>
              <a:rPr sz="1200">
                <a:solidFill>
                  <a:schemeClr val="bg1"/>
                </a:solidFill>
                <a:latin typeface="페이퍼로지 7 Bold" charset="0"/>
                <a:ea typeface="페이퍼로지 7 Bold" charset="0"/>
              </a:rPr>
              <a:t>T</a:t>
            </a:r>
            <a:r>
              <a:rPr lang="ko-KR" sz="1200">
                <a:solidFill>
                  <a:schemeClr val="bg1"/>
                </a:solidFill>
                <a:latin typeface="페이퍼로지 7 Bold" charset="0"/>
                <a:ea typeface="페이퍼로지 7 Bold" charset="0"/>
              </a:rPr>
              <a:t>est Scenario</a:t>
            </a:r>
            <a:endParaRPr lang="ko-KR" altLang="en-US" sz="1200">
              <a:solidFill>
                <a:schemeClr val="bg1"/>
              </a:solidFill>
              <a:latin typeface="페이퍼로지 7 Bold" charset="0"/>
              <a:ea typeface="페이퍼로지 7 Bold" charset="0"/>
            </a:endParaRPr>
          </a:p>
        </p:txBody>
      </p:sp>
      <p:sp>
        <p:nvSpPr>
          <p:cNvPr id="3" name="Rect 0"/>
          <p:cNvSpPr txBox="1">
            <a:spLocks/>
          </p:cNvSpPr>
          <p:nvPr/>
        </p:nvSpPr>
        <p:spPr>
          <a:xfrm rot="0">
            <a:off x="4617085" y="1097280"/>
            <a:ext cx="2958465" cy="522605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sz="2800">
                <a:gradFill rotWithShape="1">
                  <a:gsLst>
                    <a:gs pos="0">
                      <a:srgbClr val="00B1FF"/>
                    </a:gs>
                    <a:gs pos="100000">
                      <a:srgbClr val="63FFB1"/>
                    </a:gs>
                  </a:gsLst>
                  <a:lin ang="0"/>
                </a:gradFill>
                <a:latin typeface="페이퍼로지 7 Bold" charset="0"/>
                <a:ea typeface="페이퍼로지 7 Bold" charset="0"/>
              </a:rPr>
              <a:t>T</a:t>
            </a:r>
            <a:r>
              <a:rPr sz="2800">
                <a:gradFill rotWithShape="1">
                  <a:gsLst>
                    <a:gs pos="0">
                      <a:srgbClr val="00B1FF"/>
                    </a:gs>
                    <a:gs pos="100000">
                      <a:srgbClr val="63FFB1"/>
                    </a:gs>
                  </a:gsLst>
                  <a:lin ang="0"/>
                </a:gradFill>
                <a:latin typeface="페이퍼로지 7 Bold" charset="0"/>
                <a:ea typeface="페이퍼로지 7 Bold" charset="0"/>
              </a:rPr>
              <a:t>est </a:t>
            </a:r>
            <a:r>
              <a:rPr lang="ko-KR" sz="2800">
                <a:gradFill rotWithShape="1">
                  <a:gsLst>
                    <a:gs pos="0">
                      <a:srgbClr val="00B1FF"/>
                    </a:gs>
                    <a:gs pos="100000">
                      <a:srgbClr val="63FFB1"/>
                    </a:gs>
                  </a:gsLst>
                  <a:lin ang="0"/>
                </a:gradFill>
                <a:latin typeface="페이퍼로지 7 Bold" charset="0"/>
                <a:ea typeface="페이퍼로지 7 Bold" charset="0"/>
              </a:rPr>
              <a:t>Scenario </a:t>
            </a:r>
            <a:r>
              <a:rPr lang="ko-KR" sz="2800">
                <a:gradFill rotWithShape="1">
                  <a:gsLst>
                    <a:gs pos="0">
                      <a:srgbClr val="00B1FF"/>
                    </a:gs>
                    <a:gs pos="100000">
                      <a:srgbClr val="63FFB1"/>
                    </a:gs>
                  </a:gsLst>
                  <a:lin ang="0"/>
                </a:gradFill>
                <a:latin typeface="페이퍼로지 7 Bold" charset="0"/>
                <a:ea typeface="페이퍼로지 7 Bold" charset="0"/>
              </a:rPr>
              <a:t>2</a:t>
            </a:r>
            <a:endParaRPr lang="ko-KR" altLang="en-US" sz="2800">
              <a:gradFill rotWithShape="1">
                <a:gsLst>
                  <a:gs pos="0">
                    <a:srgbClr val="00B1FF"/>
                  </a:gs>
                  <a:gs pos="100000">
                    <a:srgbClr val="63FFB1"/>
                  </a:gs>
                </a:gsLst>
                <a:lin ang="0"/>
              </a:gradFill>
              <a:latin typeface="페이퍼로지 7 Bold" charset="0"/>
              <a:ea typeface="페이퍼로지 7 Bold" charset="0"/>
            </a:endParaRPr>
          </a:p>
        </p:txBody>
      </p:sp>
      <p:sp>
        <p:nvSpPr>
          <p:cNvPr id="47" name="Rect 0"/>
          <p:cNvSpPr>
            <a:spLocks/>
          </p:cNvSpPr>
          <p:nvPr/>
        </p:nvSpPr>
        <p:spPr>
          <a:xfrm rot="10800000">
            <a:off x="1052830" y="2936875"/>
            <a:ext cx="4681220" cy="2880995"/>
          </a:xfrm>
          <a:prstGeom prst="rect"/>
          <a:noFill/>
          <a:ln w="6350" cap="flat" cmpd="sng">
            <a:gradFill rotWithShape="1">
              <a:gsLst>
                <a:gs pos="0">
                  <a:srgbClr val="00B1FF"/>
                </a:gs>
                <a:gs pos="100000">
                  <a:srgbClr val="63FFB1"/>
                </a:gs>
              </a:gsLst>
              <a:lin ang="5400000"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30" name="Rect 0"/>
          <p:cNvSpPr>
            <a:spLocks/>
          </p:cNvSpPr>
          <p:nvPr/>
        </p:nvSpPr>
        <p:spPr>
          <a:xfrm rot="10800000">
            <a:off x="7538720" y="2936875"/>
            <a:ext cx="3241040" cy="2880995"/>
          </a:xfrm>
          <a:prstGeom prst="rect"/>
          <a:noFill/>
          <a:ln w="6350" cap="flat" cmpd="sng">
            <a:gradFill rotWithShape="1">
              <a:gsLst>
                <a:gs pos="0">
                  <a:srgbClr val="00B1FF"/>
                </a:gs>
                <a:gs pos="100000">
                  <a:srgbClr val="63FFB1"/>
                </a:gs>
              </a:gsLst>
              <a:lin ang="5400000"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32" name="Rect 0"/>
          <p:cNvSpPr>
            <a:spLocks/>
          </p:cNvSpPr>
          <p:nvPr/>
        </p:nvSpPr>
        <p:spPr>
          <a:xfrm rot="0">
            <a:off x="3378835" y="1670050"/>
            <a:ext cx="5435600" cy="584835"/>
          </a:xfrm>
          <a:prstGeom prst="rect"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lang="ko-KR" sz="1600">
                <a:solidFill>
                  <a:schemeClr val="bg1"/>
                </a:solidFill>
                <a:latin typeface="페이퍼로지 7 Bold" charset="0"/>
                <a:ea typeface="페이퍼로지 7 Bold" charset="0"/>
              </a:rPr>
              <a:t>기본적인 G</a:t>
            </a:r>
            <a:r>
              <a:rPr lang="ko-KR" sz="1600">
                <a:solidFill>
                  <a:schemeClr val="bg1"/>
                </a:solidFill>
                <a:latin typeface="페이퍼로지 7 Bold" charset="0"/>
                <a:ea typeface="페이퍼로지 7 Bold" charset="0"/>
              </a:rPr>
              <a:t>UI </a:t>
            </a:r>
            <a:r>
              <a:rPr lang="ko-KR" sz="1600">
                <a:solidFill>
                  <a:schemeClr val="bg1"/>
                </a:solidFill>
                <a:latin typeface="페이퍼로지 7 Bold" charset="0"/>
                <a:ea typeface="페이퍼로지 7 Bold" charset="0"/>
              </a:rPr>
              <a:t>동작 T</a:t>
            </a:r>
            <a:r>
              <a:rPr lang="ko-KR" sz="1600">
                <a:solidFill>
                  <a:schemeClr val="bg1"/>
                </a:solidFill>
                <a:latin typeface="페이퍼로지 7 Bold" charset="0"/>
                <a:ea typeface="페이퍼로지 7 Bold" charset="0"/>
              </a:rPr>
              <a:t>est</a:t>
            </a:r>
            <a:r>
              <a:rPr lang="ko-KR" sz="1600">
                <a:solidFill>
                  <a:schemeClr val="bg1"/>
                </a:solidFill>
                <a:latin typeface="페이퍼로지 7 Bold" charset="0"/>
                <a:ea typeface="페이퍼로지 7 Bold" charset="0"/>
              </a:rPr>
              <a:t>.</a:t>
            </a:r>
            <a:endParaRPr lang="ko-KR" altLang="en-US" sz="1600">
              <a:solidFill>
                <a:schemeClr val="bg1"/>
              </a:solidFill>
              <a:latin typeface="페이퍼로지 7 Bold" charset="0"/>
              <a:ea typeface="페이퍼로지 7 Bold" charset="0"/>
            </a:endParaRPr>
          </a:p>
          <a:p>
            <a:pPr marL="0" indent="0" rtl="0" algn="ctr" defTabSz="914400" eaLnBrk="1" latinLnBrk="1" hangingPunct="1">
              <a:buFontTx/>
              <a:buNone/>
            </a:pPr>
            <a:r>
              <a:rPr lang="ko-KR" sz="1600">
                <a:solidFill>
                  <a:srgbClr val="00B1FF"/>
                </a:solidFill>
                <a:latin typeface="페이퍼로지 7 Bold" charset="0"/>
                <a:ea typeface="페이퍼로지 7 Bold" charset="0"/>
              </a:rPr>
              <a:t>프로젝트 생성</a:t>
            </a:r>
            <a:r>
              <a:rPr lang="ko-KR" sz="1600">
                <a:solidFill>
                  <a:schemeClr val="bg1"/>
                </a:solidFill>
                <a:latin typeface="페이퍼로지 7 Bold" charset="0"/>
                <a:ea typeface="페이퍼로지 7 Bold" charset="0"/>
              </a:rPr>
              <a:t> </a:t>
            </a:r>
            <a:r>
              <a:rPr lang="ko-KR" sz="1600">
                <a:solidFill>
                  <a:schemeClr val="bg1"/>
                </a:solidFill>
                <a:latin typeface="페이퍼로지 7 Bold" charset="0"/>
                <a:ea typeface="페이퍼로지 7 Bold" charset="0"/>
              </a:rPr>
              <a:t>/ </a:t>
            </a:r>
            <a:r>
              <a:rPr lang="ko-KR" sz="1600">
                <a:solidFill>
                  <a:srgbClr val="00B1FF"/>
                </a:solidFill>
                <a:latin typeface="페이퍼로지 7 Bold" charset="0"/>
                <a:ea typeface="페이퍼로지 7 Bold" charset="0"/>
              </a:rPr>
              <a:t>변수추</a:t>
            </a:r>
            <a:r>
              <a:rPr lang="ko-KR" sz="1600">
                <a:solidFill>
                  <a:srgbClr val="00B1FF"/>
                </a:solidFill>
                <a:latin typeface="페이퍼로지 7 Bold" charset="0"/>
                <a:ea typeface="페이퍼로지 7 Bold" charset="0"/>
              </a:rPr>
              <a:t>가</a:t>
            </a:r>
            <a:r>
              <a:rPr lang="ko-KR" sz="1600">
                <a:solidFill>
                  <a:schemeClr val="bg1"/>
                </a:solidFill>
                <a:latin typeface="페이퍼로지 7 Bold" charset="0"/>
                <a:ea typeface="페이퍼로지 7 Bold" charset="0"/>
              </a:rPr>
              <a:t> </a:t>
            </a:r>
            <a:r>
              <a:rPr lang="ko-KR" sz="1600">
                <a:solidFill>
                  <a:schemeClr val="bg1"/>
                </a:solidFill>
                <a:latin typeface="페이퍼로지 7 Bold" charset="0"/>
                <a:ea typeface="페이퍼로지 7 Bold" charset="0"/>
              </a:rPr>
              <a:t>/ </a:t>
            </a:r>
            <a:r>
              <a:rPr lang="ko-KR" sz="1600">
                <a:solidFill>
                  <a:srgbClr val="00B1FF"/>
                </a:solidFill>
                <a:latin typeface="페이퍼로지 7 Bold" charset="0"/>
                <a:ea typeface="페이퍼로지 7 Bold" charset="0"/>
              </a:rPr>
              <a:t>U</a:t>
            </a:r>
            <a:r>
              <a:rPr lang="ko-KR" sz="1600">
                <a:solidFill>
                  <a:srgbClr val="00B1FF"/>
                </a:solidFill>
                <a:latin typeface="페이퍼로지 7 Bold" charset="0"/>
                <a:ea typeface="페이퍼로지 7 Bold" charset="0"/>
              </a:rPr>
              <a:t>ser</a:t>
            </a:r>
            <a:r>
              <a:rPr lang="ko-KR" sz="1600">
                <a:solidFill>
                  <a:srgbClr val="00B1FF"/>
                </a:solidFill>
                <a:latin typeface="페이퍼로지 7 Bold" charset="0"/>
                <a:ea typeface="페이퍼로지 7 Bold" charset="0"/>
              </a:rPr>
              <a:t> FC추가</a:t>
            </a:r>
            <a:r>
              <a:rPr lang="ko-KR" sz="1600">
                <a:solidFill>
                  <a:schemeClr val="bg1"/>
                </a:solidFill>
                <a:latin typeface="페이퍼로지 7 Bold" charset="0"/>
                <a:ea typeface="페이퍼로지 7 Bold" charset="0"/>
              </a:rPr>
              <a:t> </a:t>
            </a:r>
            <a:r>
              <a:rPr lang="ko-KR" sz="1600">
                <a:solidFill>
                  <a:schemeClr val="bg1"/>
                </a:solidFill>
                <a:latin typeface="페이퍼로지 7 Bold" charset="0"/>
                <a:ea typeface="페이퍼로지 7 Bold" charset="0"/>
              </a:rPr>
              <a:t>/ </a:t>
            </a:r>
            <a:r>
              <a:rPr lang="ko-KR" sz="1600">
                <a:solidFill>
                  <a:srgbClr val="00B1FF"/>
                </a:solidFill>
                <a:latin typeface="페이퍼로지 7 Bold" charset="0"/>
                <a:ea typeface="페이퍼로지 7 Bold" charset="0"/>
              </a:rPr>
              <a:t>U</a:t>
            </a:r>
            <a:r>
              <a:rPr lang="ko-KR" sz="1600">
                <a:solidFill>
                  <a:srgbClr val="00B1FF"/>
                </a:solidFill>
                <a:latin typeface="페이퍼로지 7 Bold" charset="0"/>
                <a:ea typeface="페이퍼로지 7 Bold" charset="0"/>
              </a:rPr>
              <a:t>ser</a:t>
            </a:r>
            <a:r>
              <a:rPr lang="ko-KR" sz="1600">
                <a:solidFill>
                  <a:srgbClr val="00B1FF"/>
                </a:solidFill>
                <a:latin typeface="페이퍼로지 7 Bold" charset="0"/>
                <a:ea typeface="페이퍼로지 7 Bold" charset="0"/>
              </a:rPr>
              <a:t> </a:t>
            </a:r>
            <a:r>
              <a:rPr lang="ko-KR" sz="1600">
                <a:solidFill>
                  <a:srgbClr val="00B1FF"/>
                </a:solidFill>
                <a:latin typeface="페이퍼로지 7 Bold" charset="0"/>
                <a:ea typeface="페이퍼로지 7 Bold" charset="0"/>
              </a:rPr>
              <a:t>F</a:t>
            </a:r>
            <a:r>
              <a:rPr lang="ko-KR" sz="1600">
                <a:solidFill>
                  <a:srgbClr val="00B1FF"/>
                </a:solidFill>
                <a:latin typeface="페이퍼로지 7 Bold" charset="0"/>
                <a:ea typeface="페이퍼로지 7 Bold" charset="0"/>
              </a:rPr>
              <a:t>B추가</a:t>
            </a:r>
            <a:r>
              <a:rPr lang="ko-KR" sz="1600">
                <a:solidFill>
                  <a:schemeClr val="bg1"/>
                </a:solidFill>
                <a:latin typeface="페이퍼로지 7 Bold" charset="0"/>
                <a:ea typeface="페이퍼로지 7 Bold" charset="0"/>
              </a:rPr>
              <a:t> 테스트</a:t>
            </a:r>
            <a:endParaRPr lang="ko-KR" altLang="en-US" sz="1600">
              <a:solidFill>
                <a:schemeClr val="bg1"/>
              </a:solidFill>
              <a:latin typeface="페이퍼로지 7 Bold" charset="0"/>
              <a:ea typeface="페이퍼로지 7 Bold" charset="0"/>
            </a:endParaRPr>
          </a:p>
        </p:txBody>
      </p:sp>
      <p:sp>
        <p:nvSpPr>
          <p:cNvPr id="106" name="Rect 0"/>
          <p:cNvSpPr txBox="1">
            <a:spLocks/>
          </p:cNvSpPr>
          <p:nvPr/>
        </p:nvSpPr>
        <p:spPr>
          <a:xfrm rot="0">
            <a:off x="8009255" y="4055745"/>
            <a:ext cx="2300605" cy="688340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 rtl="0" algn="l" defTabSz="914400" eaLnBrk="1" latinLnBrk="1" hangingPunct="1">
              <a:buFontTx/>
              <a:buNone/>
            </a:pPr>
            <a:r>
              <a:rPr sz="9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•  양사 보유 국내 / 해외 영업 Network 공유</a:t>
            </a:r>
            <a:endParaRPr lang="ko-KR" altLang="en-US" sz="900">
              <a:solidFill>
                <a:schemeClr val="bg1"/>
              </a:solidFill>
              <a:latin typeface="페이퍼로지 6 SemiBold" charset="0"/>
              <a:ea typeface="페이퍼로지 6 SemiBold" charset="0"/>
            </a:endParaRPr>
          </a:p>
          <a:p>
            <a:pPr marL="0" indent="0" rtl="0" algn="l" defTabSz="914400" eaLnBrk="1" latinLnBrk="1" hangingPunct="1">
              <a:buFontTx/>
              <a:buNone/>
            </a:pPr>
            <a:r>
              <a:rPr sz="9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•  각사 고객 대상 Cross-selling Point 도출</a:t>
            </a:r>
            <a:endParaRPr lang="ko-KR" altLang="en-US" sz="900">
              <a:solidFill>
                <a:schemeClr val="bg1"/>
              </a:solidFill>
              <a:latin typeface="페이퍼로지 6 SemiBold" charset="0"/>
              <a:ea typeface="페이퍼로지 6 SemiBold" charset="0"/>
            </a:endParaRPr>
          </a:p>
          <a:p>
            <a:pPr marL="0" indent="0" rtl="0" algn="l" defTabSz="914400" eaLnBrk="1" latinLnBrk="1" hangingPunct="1">
              <a:buFontTx/>
              <a:buNone/>
            </a:pPr>
            <a:r>
              <a:rPr sz="9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•  주요고객 대상 공동영업 활성화</a:t>
            </a:r>
            <a:endParaRPr lang="ko-KR" altLang="en-US" sz="900">
              <a:solidFill>
                <a:schemeClr val="bg1"/>
              </a:solidFill>
              <a:latin typeface="페이퍼로지 6 SemiBold" charset="0"/>
              <a:ea typeface="페이퍼로지 6 SemiBold" charset="0"/>
            </a:endParaRPr>
          </a:p>
        </p:txBody>
      </p:sp>
      <p:sp>
        <p:nvSpPr>
          <p:cNvPr id="107" name="Rect 0"/>
          <p:cNvSpPr>
            <a:spLocks/>
          </p:cNvSpPr>
          <p:nvPr/>
        </p:nvSpPr>
        <p:spPr>
          <a:xfrm rot="0">
            <a:off x="6059805" y="3947795"/>
            <a:ext cx="1153795" cy="1153795"/>
          </a:xfrm>
          <a:custGeom>
            <a:gdLst>
              <a:gd fmla="*/ 721519 w 1152527" name="TX0"/>
              <a:gd fmla="*/ 235744 h 1152527" name="TY0"/>
              <a:gd fmla="*/ 7144 w 1152527" name="TX1"/>
              <a:gd fmla="*/ 235744 h 1152527" name="TY1"/>
              <a:gd fmla="*/ 7144 w 1152527" name="TX2"/>
              <a:gd fmla="*/ 921544 h 1152527" name="TY2"/>
              <a:gd fmla="*/ 721519 w 1152527" name="TX3"/>
              <a:gd fmla="*/ 921544 h 1152527" name="TY3"/>
              <a:gd fmla="*/ 721519 w 1152527" name="TX4"/>
              <a:gd fmla="*/ 1150144 h 1152527" name="TY4"/>
              <a:gd fmla="*/ 1150144 w 1152527" name="TX5"/>
              <a:gd fmla="*/ 578644 h 1152527" name="TY5"/>
              <a:gd fmla="*/ 721519 w 1152527" name="TX6"/>
              <a:gd fmla="*/ 7144 h 1152527" name="TY6"/>
              <a:gd fmla="*/ 721519 w 1152527" name="TX7"/>
              <a:gd fmla="*/ 235744 h 1152527" name="TY7"/>
            </a:gdLst>
            <a:cxnLst>
              <a:cxn ang="0">
                <a:pos x="TX0" y="TY0"/>
              </a:cxn>
              <a:cxn ang="0">
                <a:pos x="TX1" y="TY1"/>
              </a:cxn>
              <a:cxn ang="0">
                <a:pos x="TX2" y="TY2"/>
              </a:cxn>
              <a:cxn ang="0">
                <a:pos x="TX3" y="TY3"/>
              </a:cxn>
              <a:cxn ang="0">
                <a:pos x="TX4" y="TY4"/>
              </a:cxn>
              <a:cxn ang="0">
                <a:pos x="TX5" y="TY5"/>
              </a:cxn>
              <a:cxn ang="0">
                <a:pos x="TX6" y="TY6"/>
              </a:cxn>
              <a:cxn ang="0">
                <a:pos x="TX7" y="TY7"/>
              </a:cxn>
            </a:cxnLst>
            <a:rect l="l" t="t" r="r" b="b"/>
            <a:pathLst>
              <a:path w="1152527" h="1152527">
                <a:moveTo>
                  <a:pt x="721519" y="235744"/>
                </a:moveTo>
                <a:lnTo>
                  <a:pt x="7144" y="235744"/>
                </a:lnTo>
                <a:lnTo>
                  <a:pt x="7144" y="921544"/>
                </a:lnTo>
                <a:lnTo>
                  <a:pt x="721519" y="921544"/>
                </a:lnTo>
                <a:lnTo>
                  <a:pt x="721519" y="1150144"/>
                </a:lnTo>
                <a:lnTo>
                  <a:pt x="1150144" y="578644"/>
                </a:lnTo>
                <a:lnTo>
                  <a:pt x="721519" y="7144"/>
                </a:lnTo>
                <a:lnTo>
                  <a:pt x="721519" y="235744"/>
                </a:lnTo>
                <a:close/>
              </a:path>
            </a:pathLst>
          </a:custGeom>
          <a:gradFill rotWithShape="1">
            <a:gsLst>
              <a:gs pos="0">
                <a:srgbClr val="2F3645">
                  <a:alpha val="0"/>
                </a:srgbClr>
              </a:gs>
              <a:gs pos="100000">
                <a:srgbClr val="63FFB1"/>
              </a:gs>
            </a:gsLst>
            <a:lin ang="0"/>
          </a:gradFill>
          <a:ln>
            <a:noFill/>
            <a:prstDash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rtl="0" algn="l" defTabSz="914400" eaLnBrk="1" latinLnBrk="1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</a:endParaRPr>
          </a:p>
        </p:txBody>
      </p:sp>
      <p:cxnSp>
        <p:nvCxnSpPr>
          <p:cNvPr id="129" name="Rect 0"/>
          <p:cNvCxnSpPr>
            <a:cxnSpLocks/>
          </p:cNvCxnSpPr>
          <p:nvPr/>
        </p:nvCxnSpPr>
        <p:spPr>
          <a:xfrm rot="0">
            <a:off x="1233170" y="4519295"/>
            <a:ext cx="4321175" cy="1270"/>
          </a:xfrm>
          <a:prstGeom prst="line"/>
          <a:ln w="6350" cap="flat" cmpd="sng">
            <a:solidFill>
              <a:srgbClr val="63FFB1">
                <a:alpha val="100000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Picture "/>
          <p:cNvPicPr>
            <a:picLocks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052830" y="2675255"/>
            <a:ext cx="4681220" cy="267970"/>
          </a:xfrm>
          <a:prstGeom prst="rect"/>
          <a:noFill/>
        </p:spPr>
      </p:pic>
      <p:pic>
        <p:nvPicPr>
          <p:cNvPr id="40" name="Picture "/>
          <p:cNvPicPr>
            <a:picLocks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7538720" y="2675255"/>
            <a:ext cx="3241040" cy="267970"/>
          </a:xfrm>
          <a:prstGeom prst="rect"/>
          <a:noFill/>
        </p:spPr>
      </p:pic>
      <p:sp>
        <p:nvSpPr>
          <p:cNvPr id="45" name="Rect 0"/>
          <p:cNvSpPr txBox="1">
            <a:spLocks/>
          </p:cNvSpPr>
          <p:nvPr/>
        </p:nvSpPr>
        <p:spPr>
          <a:xfrm rot="0">
            <a:off x="11747500" y="6520815"/>
            <a:ext cx="323850" cy="216535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 rtl="0" algn="r" defTabSz="914400" eaLnBrk="1" latinLnBrk="1" hangingPunct="1">
              <a:buFontTx/>
              <a:buNone/>
            </a:pPr>
            <a:r>
              <a:rPr sz="800">
                <a:solidFill>
                  <a:srgbClr val="89909F"/>
                </a:solidFill>
                <a:latin typeface="페이퍼로지 6 SemiBold" charset="0"/>
                <a:ea typeface="페이퍼로지 6 SemiBold" charset="0"/>
              </a:rPr>
              <a:t>16</a:t>
            </a:r>
            <a:endParaRPr lang="ko-KR" altLang="en-US" sz="800">
              <a:solidFill>
                <a:srgbClr val="89909F"/>
              </a:solidFill>
              <a:latin typeface="페이퍼로지 6 SemiBold" charset="0"/>
              <a:ea typeface="페이퍼로지 6 SemiBold" charset="0"/>
            </a:endParaRPr>
          </a:p>
        </p:txBody>
      </p:sp>
      <p:sp>
        <p:nvSpPr>
          <p:cNvPr id="134" name="Rect 0"/>
          <p:cNvSpPr>
            <a:spLocks/>
          </p:cNvSpPr>
          <p:nvPr/>
        </p:nvSpPr>
        <p:spPr>
          <a:xfrm rot="0">
            <a:off x="1371600" y="3434715"/>
            <a:ext cx="3655060" cy="374650"/>
          </a:xfrm>
          <a:prstGeom prst="rect"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 rtl="0" algn="l" defTabSz="914400" eaLnBrk="1" latinLnBrk="1" hangingPunct="1">
              <a:buFontTx/>
              <a:buNone/>
            </a:pPr>
            <a:r>
              <a:rPr sz="16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•</a:t>
            </a:r>
            <a:r>
              <a:rPr lang="ko-KR" sz="16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 </a:t>
            </a:r>
            <a:r>
              <a:rPr lang="ko-KR" sz="16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개별 프로젝트 Test간 Build에러 발생 시</a:t>
            </a:r>
            <a:endParaRPr lang="ko-KR" altLang="en-US" sz="1600">
              <a:solidFill>
                <a:schemeClr val="bg1"/>
              </a:solidFill>
              <a:latin typeface="페이퍼로지 6 SemiBold" charset="0"/>
              <a:ea typeface="페이퍼로지 6 SemiBold" charset="0"/>
            </a:endParaRPr>
          </a:p>
        </p:txBody>
      </p:sp>
      <p:sp>
        <p:nvSpPr>
          <p:cNvPr id="135" name="Rect 0"/>
          <p:cNvSpPr>
            <a:spLocks/>
          </p:cNvSpPr>
          <p:nvPr/>
        </p:nvSpPr>
        <p:spPr>
          <a:xfrm rot="0">
            <a:off x="1379855" y="4638040"/>
            <a:ext cx="2058670" cy="656590"/>
          </a:xfrm>
          <a:prstGeom prst="rect"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 rtl="0" algn="l" defTabSz="914400" eaLnBrk="1" latinLnBrk="1" hangingPunct="1">
              <a:buFontTx/>
              <a:buNone/>
            </a:pPr>
            <a:r>
              <a:rPr sz="16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•</a:t>
            </a:r>
            <a:r>
              <a:rPr lang="ko-KR" sz="16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 프로젝트 재사용 제한.</a:t>
            </a:r>
            <a:endParaRPr lang="ko-KR" altLang="en-US" sz="1600">
              <a:solidFill>
                <a:schemeClr val="bg1"/>
              </a:solidFill>
              <a:latin typeface="페이퍼로지 6 SemiBold" charset="0"/>
              <a:ea typeface="페이퍼로지 6 SemiBold" charset="0"/>
            </a:endParaRPr>
          </a:p>
          <a:p>
            <a:pPr marL="0" indent="0" rtl="0" algn="l" defTabSz="914400" eaLnBrk="1" latinLnBrk="1" hangingPunct="1">
              <a:buFontTx/>
              <a:buNone/>
            </a:pPr>
            <a:r>
              <a:rPr sz="16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•</a:t>
            </a:r>
            <a:r>
              <a:rPr lang="ko-KR" sz="16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 </a:t>
            </a:r>
            <a:endParaRPr lang="ko-KR" altLang="en-US" sz="1600">
              <a:solidFill>
                <a:schemeClr val="bg1"/>
              </a:solidFill>
              <a:latin typeface="페이퍼로지 6 SemiBold" charset="0"/>
              <a:ea typeface="페이퍼로지 6 SemiBold" charset="0"/>
            </a:endParaRPr>
          </a:p>
        </p:txBody>
      </p:sp>
      <p:sp>
        <p:nvSpPr>
          <p:cNvPr id="136" name="Rect 0"/>
          <p:cNvSpPr>
            <a:spLocks/>
          </p:cNvSpPr>
          <p:nvPr/>
        </p:nvSpPr>
        <p:spPr>
          <a:xfrm rot="0">
            <a:off x="1913890" y="3868420"/>
            <a:ext cx="3470910" cy="374650"/>
          </a:xfrm>
          <a:prstGeom prst="rect"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 rtl="0" algn="l" defTabSz="914400" eaLnBrk="1" latinLnBrk="1" hangingPunct="1">
              <a:buFontTx/>
              <a:buNone/>
            </a:pPr>
            <a:r>
              <a:rPr lang="ko-KR" sz="1600">
                <a:solidFill>
                  <a:schemeClr val="bg1"/>
                </a:solidFill>
                <a:latin typeface="페이퍼로지 6 SemiBold" charset="0"/>
                <a:ea typeface="페이퍼로지 6 SemiBold" charset="0"/>
              </a:rPr>
              <a:t>Redmine에 프로젝트와 함께 이슈 등록</a:t>
            </a:r>
            <a:endParaRPr lang="ko-KR" altLang="en-US" sz="1600">
              <a:solidFill>
                <a:schemeClr val="bg1"/>
              </a:solidFill>
              <a:latin typeface="페이퍼로지 6 SemiBold" charset="0"/>
              <a:ea typeface="페이퍼로지 6 SemiBold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17</Pages>
  <Paragraphs>438</Paragraphs>
  <Words>1720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(주)엠엑스온</dc:creator>
  <cp:lastModifiedBy>ij3512</cp:lastModifiedBy>
  <dc:title>PowerPoint 프레젠테이션</dc:title>
  <cp:version>10.105.306.56235</cp:version>
  <dcterms:modified xsi:type="dcterms:W3CDTF">2026-07-14T07:51:30Z</dcterms:modified>
</cp:coreProperties>
</file>